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5a9ce5d74c4d01" /><Relationship Type="http://schemas.openxmlformats.org/officeDocument/2006/relationships/extended-properties" Target="/docProps/app.xml" Id="R4f87f8cd823444d8" /><Relationship Type="http://schemas.openxmlformats.org/officeDocument/2006/relationships/officeDocument" Target="/ppt/presentation.xml" Id="R3589200848f249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58e77defdb460e"/>
  </p:sldMasterIdLst>
  <p:notesMasterIdLst>
    <p:notesMasterId xmlns:r="http://schemas.openxmlformats.org/officeDocument/2006/relationships" r:id="Rbfaae90ee0c0484a"/>
  </p:notesMasterIdLst>
  <p:sldIdLst>
    <p:sldId xmlns:r="http://schemas.openxmlformats.org/officeDocument/2006/relationships" id="256" r:id="R107744497573483f"/>
    <p:sldId xmlns:r="http://schemas.openxmlformats.org/officeDocument/2006/relationships" id="257" r:id="R0c9119a3e5154cb7"/>
    <p:sldId xmlns:r="http://schemas.openxmlformats.org/officeDocument/2006/relationships" id="258" r:id="Rba263a06600a4f65"/>
    <p:sldId xmlns:r="http://schemas.openxmlformats.org/officeDocument/2006/relationships" id="259" r:id="Rd3b94040a37246fb"/>
    <p:sldId xmlns:r="http://schemas.openxmlformats.org/officeDocument/2006/relationships" id="260" r:id="Rc78f4dedc8db44aa"/>
    <p:sldId xmlns:r="http://schemas.openxmlformats.org/officeDocument/2006/relationships" id="261" r:id="R20530abe0f934cf3"/>
    <p:sldId xmlns:r="http://schemas.openxmlformats.org/officeDocument/2006/relationships" id="262" r:id="R4fcecb5b8a29451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4d46a0cea146e1" /><Relationship Type="http://schemas.openxmlformats.org/officeDocument/2006/relationships/slideMaster" Target="/ppt/slideMasters/slideMaster1.xml" Id="Reb58e77defdb460e" /><Relationship Type="http://schemas.openxmlformats.org/officeDocument/2006/relationships/notesMaster" Target="/ppt/notesMasters/notesMaster1.xml" Id="Rbfaae90ee0c0484a" /><Relationship Type="http://schemas.openxmlformats.org/officeDocument/2006/relationships/presProps" Target="/ppt/presProps.xml" Id="R6769f098b7594571" /><Relationship Type="http://schemas.openxmlformats.org/officeDocument/2006/relationships/viewProps" Target="/ppt/viewProps.xml" Id="R90d430d51ef143b8" /><Relationship Type="http://schemas.openxmlformats.org/officeDocument/2006/relationships/tableStyles" Target="/ppt/tableStyles.xml" Id="R1d47060185f74062" /><Relationship Type="http://schemas.openxmlformats.org/officeDocument/2006/relationships/slide" Target="/ppt/slides/slide1.xml" Id="R107744497573483f" /><Relationship Type="http://schemas.openxmlformats.org/officeDocument/2006/relationships/slide" Target="/ppt/slides/slide2.xml" Id="R0c9119a3e5154cb7" /><Relationship Type="http://schemas.openxmlformats.org/officeDocument/2006/relationships/slide" Target="/ppt/slides/slide3.xml" Id="Rba263a06600a4f65" /><Relationship Type="http://schemas.openxmlformats.org/officeDocument/2006/relationships/slide" Target="/ppt/slides/slide4.xml" Id="Rd3b94040a37246fb" /><Relationship Type="http://schemas.openxmlformats.org/officeDocument/2006/relationships/slide" Target="/ppt/slides/slide5.xml" Id="Rc78f4dedc8db44aa" /><Relationship Type="http://schemas.openxmlformats.org/officeDocument/2006/relationships/slide" Target="/ppt/slides/slide6.xml" Id="R20530abe0f934cf3" /><Relationship Type="http://schemas.openxmlformats.org/officeDocument/2006/relationships/slide" Target="/ppt/slides/slide7.xml" Id="R4fcecb5b8a2945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14d5acf1634b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95494387b043da" /><Relationship Type="http://schemas.openxmlformats.org/officeDocument/2006/relationships/notesMaster" Target="/ppt/notesMasters/notesMaster1.xml" Id="R7d56801919fe44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51153c273843f6" /><Relationship Type="http://schemas.openxmlformats.org/officeDocument/2006/relationships/notesMaster" Target="/ppt/notesMasters/notesMaster1.xml" Id="Ra5bb5433dfe84d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38228b22434a06" /><Relationship Type="http://schemas.openxmlformats.org/officeDocument/2006/relationships/notesMaster" Target="/ppt/notesMasters/notesMaster1.xml" Id="R41d62ef933b84b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08ddeee996460f" /><Relationship Type="http://schemas.openxmlformats.org/officeDocument/2006/relationships/notesMaster" Target="/ppt/notesMasters/notesMaster1.xml" Id="Re6bb327e89774a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d4411dfe7e43f1" /><Relationship Type="http://schemas.openxmlformats.org/officeDocument/2006/relationships/notesMaster" Target="/ppt/notesMasters/notesMaster1.xml" Id="R4d1989c35beb40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9737be0f9d4fcd" /><Relationship Type="http://schemas.openxmlformats.org/officeDocument/2006/relationships/notesMaster" Target="/ppt/notesMasters/notesMaster1.xml" Id="R77c469affcd24b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5a9c3875b74e89" /><Relationship Type="http://schemas.openxmlformats.org/officeDocument/2006/relationships/notesMaster" Target="/ppt/notesMasters/notesMaster1.xml" Id="R2e4270b1a66144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61cf5dd24c4a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a04b1a4c84476c" /><Relationship Type="http://schemas.openxmlformats.org/officeDocument/2006/relationships/slideLayout" Target="/ppt/slideLayouts/slideLayout1.xml" Id="R77cd47c0c8d847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cd47c0c8d847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4c7fe9b85404f" /><Relationship Type="http://schemas.openxmlformats.org/officeDocument/2006/relationships/notesSlide" Target="/ppt/notesSlides/notesSlide1.xml" Id="R3be4988c1e104d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606ef4eed744e3" /><Relationship Type="http://schemas.openxmlformats.org/officeDocument/2006/relationships/notesSlide" Target="/ppt/notesSlides/notesSlide2.xml" Id="R3324eea1d1e34d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f7f89b3dab4418" /><Relationship Type="http://schemas.openxmlformats.org/officeDocument/2006/relationships/notesSlide" Target="/ppt/notesSlides/notesSlide3.xml" Id="R9e4cba7596fe47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c8bd747a7e407a" /><Relationship Type="http://schemas.openxmlformats.org/officeDocument/2006/relationships/notesSlide" Target="/ppt/notesSlides/notesSlide4.xml" Id="R0e8eacb109a144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20f87561624b9d" /><Relationship Type="http://schemas.openxmlformats.org/officeDocument/2006/relationships/notesSlide" Target="/ppt/notesSlides/notesSlide5.xml" Id="Rdf411db2ea0a43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4be96d9f3e4339" /><Relationship Type="http://schemas.openxmlformats.org/officeDocument/2006/relationships/notesSlide" Target="/ppt/notesSlides/notesSlide6.xml" Id="R02209597b1e343c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b4ac4d3d6c496c" /><Relationship Type="http://schemas.openxmlformats.org/officeDocument/2006/relationships/notesSlide" Target="/ppt/notesSlides/notesSlide7.xml" Id="R251b5bb6fee94be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0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6742A8-EC04-4A1A-9826-0B33044C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19"/>
          </a:solidFill>
          <a:ln xmlns:a="http://schemas.openxmlformats.org/drawingml/2006/main" w="0">
            <a:solidFill>
              <a:srgbClr val="10201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775597-19B8-41BB-B404-42179737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0"/>
            <a:ext cx="4743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31"/>
          </a:solidFill>
          <a:ln xmlns:a="http://schemas.openxmlformats.org/drawingml/2006/main" w="0">
            <a:solidFill>
              <a:srgbClr val="173B3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CA6D9B-2E33-4CDC-B4DF-7316427A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FE3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FE3C8"/>
                </a:solidFill>
                <a:latin typeface="Aptos"/>
                <a:ea typeface="Aptos"/>
                <a:cs typeface="Aptos"/>
              </a:rPr>
              <a:t>MICRO PROJECT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1C22FA-C66A-42F2-9E09-BDED87C6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609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5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INAI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6F2D2B-62B4-4FCC-A297-1C82CDDD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52650"/>
            <a:ext cx="647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E7C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6E7C4"/>
                </a:solidFill>
                <a:latin typeface="Aptos Display"/>
                <a:ea typeface="Aptos Display"/>
                <a:cs typeface="Aptos Display"/>
              </a:rPr>
              <a:t>A Smart Peer Learning and Knowledge Sharing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12E7F5-CF2F-4FD2-B508-05254C40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81350"/>
            <a:ext cx="590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DE8D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DE8DE"/>
                </a:solidFill>
                <a:latin typeface="Aptos"/>
                <a:ea typeface="Aptos"/>
                <a:cs typeface="Aptos"/>
              </a:rPr>
              <a:t>Intelligent Network for Academic Integration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CACA9A-4C16-488F-96AD-BA06F48C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Team: MappillaiMeeran A &amp; Dhinesh 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CD1B57-610C-47C5-83CA-8942FBDF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College: SMVEC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B61A62-8652-49C7-AAC3-9ADC863AA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Department: Master of Computer Applications (MCA)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BC223E-FF41-481D-B8C2-DBA095A7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Date: June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9CDD97-3D49-4D9F-B005-F2D4E8EF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352550"/>
            <a:ext cx="1295400" cy="129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A5A"/>
          </a:solidFill>
          <a:ln xmlns:a="http://schemas.openxmlformats.org/drawingml/2006/main" w="19050">
            <a:solidFill>
              <a:srgbClr val="FFFFFF">
                <a:alpha val="33333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9D3E0E-698F-4D6C-9613-642160E8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28800"/>
            <a:ext cx="1066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Register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6A80EC-CF16-4316-9788-665607EC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81300"/>
            <a:ext cx="1295400" cy="129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916"/>
          </a:solidFill>
          <a:ln xmlns:a="http://schemas.openxmlformats.org/drawingml/2006/main" w="19050">
            <a:solidFill>
              <a:srgbClr val="FFFFFF">
                <a:alpha val="33333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86239D-578D-4B55-BD0B-DE111607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57550"/>
            <a:ext cx="1066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Match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466137-14C0-4396-8D33-75C1D102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29100"/>
            <a:ext cx="1295400" cy="129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19050">
            <a:solidFill>
              <a:srgbClr val="FFFFFF">
                <a:alpha val="33333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3D6527-E34A-464E-B8BC-C32294A7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05350"/>
            <a:ext cx="1066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Connect Safely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3AE9FF-EA65-484D-B6B8-C924DFFF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3627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FE3C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FE3C8"/>
                </a:solidFill>
                <a:latin typeface="Aptos"/>
                <a:ea typeface="Aptos"/>
                <a:cs typeface="Aptos"/>
              </a:rPr>
              <a:t>Inai = connection</a:t>
            </a:r>
          </a:p>
        </p:txBody>
      </p:sp>
    </p:spTree>
    <p:extLst>
      <p:ext uri="{BB962C8B-B14F-4D97-AF65-F5344CB8AC3E}">
        <p14:creationId xmlns:p14="http://schemas.microsoft.com/office/powerpoint/2010/main" val="6702261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5247E843-5E45-4BB7-B16D-4F52EBDF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A5A"/>
          </a:solidFill>
          <a:ln xmlns:a="http://schemas.openxmlformats.org/drawingml/2006/main" w="0">
            <a:solidFill>
              <a:srgbClr val="0F7A5A"/>
            </a:solidFill>
            <a:prstDash val="solid"/>
          </a:ln>
        </p:spPr>
      </p:sp>
      <p:sp>
        <p:nvSpPr>
          <p:cNvPr id="2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965DBAA2-D4A3-42CA-8A98-557BCEC6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PROBLEM &amp; EXISTING SOLUTIONS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C0FCC7-9923-4E73-8CB6-098EC23E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895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Hostel students need help nearby, but discovery is unsafe and random.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7887BC-7301-4396-A055-0A80C036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569F18-DAE5-4753-820A-62CC7503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INAI | Smart Peer Learning and Knowledge Sharing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38FF50-48A5-47B1-AFAA-4D4861C2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627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611223-8937-460B-86F9-9B3F5C99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85900"/>
            <a:ext cx="21145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08261A-1A04-424A-8877-0AC31BA3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49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4493D"/>
                </a:solidFill>
                <a:latin typeface="Aptos"/>
                <a:ea typeface="Aptos"/>
                <a:cs typeface="Aptos"/>
              </a:rPr>
              <a:t>Stuck at Night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EA4E48-2167-4178-A424-AFA1BE04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1790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No one to ask during late-night study sessions.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44EB09-7B2A-4CD5-810A-CF59D984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485900"/>
            <a:ext cx="21145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B96CD4-C198-41C4-97F9-41AED068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5811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3A7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B3A70"/>
                </a:solidFill>
                <a:latin typeface="Aptos"/>
                <a:ea typeface="Aptos"/>
                <a:cs typeface="Aptos"/>
              </a:rPr>
              <a:t>Roommate Mismatch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F029AB-E66E-4A2D-9EE2-B4E2BDA2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847850"/>
            <a:ext cx="1790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Clashing sleep schedules and study habits cause stress.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2B36B4-3851-4995-B62E-78BA4E5F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485900"/>
            <a:ext cx="21145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C8C6AE-6125-4F0A-8E6E-5E593CFF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5811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79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87916"/>
                </a:solidFill>
                <a:latin typeface="Aptos"/>
                <a:ea typeface="Aptos"/>
                <a:cs typeface="Aptos"/>
              </a:rPr>
              <a:t>Hostel Blindness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19FD42-9032-490A-81ED-06E49DCA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47850"/>
            <a:ext cx="1790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Students do not know who is skilled in each subject.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B4C747-8929-43E7-A046-66D198EE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21145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6BFD47-ECBF-47AC-BBD1-71C1D51D9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432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Safety &amp; Privacy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61FEC8-14EF-40E2-A3E8-CF5A490A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9900"/>
            <a:ext cx="1790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Room numbers should not be shared publicly.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484D26-110A-4742-B2B0-F3774ECB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647950"/>
            <a:ext cx="21145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858DF4-0F19-47E8-94E4-60AC5255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432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Inefficient Coordination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4CD5A5-3DA7-44D6-AA1F-59D81DEB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09900"/>
            <a:ext cx="1790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Plans are scattered across disconnected apps.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94B1AB-4A4D-4D0B-9271-15497264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647950"/>
            <a:ext cx="21145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F404BD-3353-4CAC-B508-D6C8FD16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432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No Algorithmic Matching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A9FF05-9FC9-43EE-B74F-BE0AF4DE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09900"/>
            <a:ext cx="1790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Study partners are found by chance, not fit.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6E2B76-653F-4BFF-8BC7-89B55182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66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Limitations of existing solutions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ADD929-27F8-48CD-ADA4-023C99BA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431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02FEDF-75F8-4BCF-966D-C8D73FDF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943100"/>
            <a:ext cx="2305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Limitation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823329-53B7-40FD-A272-81250891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574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WhatsApp Groups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89F74E-B77F-4E63-9996-70C2590E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57450"/>
            <a:ext cx="2305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1B"/>
                </a:solidFill>
                <a:latin typeface="Aptos"/>
                <a:ea typeface="Aptos"/>
                <a:cs typeface="Aptos"/>
              </a:rPr>
              <a:t>Cluttered, no privacy, no skill matching.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D8205E-48C2-40D9-B3D9-9E8BBDC0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718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Notice Boards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C14801-1546-4B8B-B5F1-F84BC4BB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71800"/>
            <a:ext cx="2305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1B"/>
                </a:solidFill>
                <a:latin typeface="Aptos"/>
                <a:ea typeface="Aptos"/>
                <a:cs typeface="Aptos"/>
              </a:rPr>
              <a:t>Slow, limited reach, exposes rooms.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65F212-8960-4CF1-963D-2C8D816A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861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Word of Mouth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4FFEFB-CE30-4F8F-97A7-39E07BCC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486150"/>
            <a:ext cx="2305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1B"/>
                </a:solidFill>
                <a:latin typeface="Aptos"/>
                <a:ea typeface="Aptos"/>
                <a:cs typeface="Aptos"/>
              </a:rPr>
              <a:t>Restricted to small social circles.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9745BD-2584-42DB-8203-5108A913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19"/>
          </a:solidFill>
          <a:ln xmlns:a="http://schemas.openxmlformats.org/drawingml/2006/main" w="0">
            <a:solidFill>
              <a:srgbClr val="10201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C2D5B3-F4D7-4D1D-9D6A-A2BCA6E0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91150"/>
            <a:ext cx="990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6E7C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6E7C4"/>
                </a:solidFill>
                <a:latin typeface="Aptos"/>
                <a:ea typeface="Aptos"/>
                <a:cs typeface="Aptos"/>
              </a:rPr>
              <a:t>"The right study partner is 2 rooms away - but you'll never know."</a:t>
            </a:r>
          </a:p>
        </p:txBody>
      </p:sp>
    </p:spTree>
    <p:extLst>
      <p:ext uri="{BB962C8B-B14F-4D97-AF65-F5344CB8AC3E}">
        <p14:creationId xmlns:p14="http://schemas.microsoft.com/office/powerpoint/2010/main" val="20164032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EC01A7E0-6B17-4C8B-8DBF-EA1BCFAE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A5A"/>
          </a:solidFill>
          <a:ln xmlns:a="http://schemas.openxmlformats.org/drawingml/2006/main" w="0">
            <a:solidFill>
              <a:srgbClr val="0F7A5A"/>
            </a:solidFill>
            <a:prstDash val="solid"/>
          </a:ln>
        </p:spPr>
      </p:sp>
      <p:sp>
        <p:nvSpPr>
          <p:cNvPr id="2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F9999E71-625D-464F-B843-891F6746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OUR SOLUTION + ALGORITHM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36C58D-F5DA-4CA4-9766-3106B251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895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INAI uses profile data to compute safe, ranked compatibility.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08AC85-BF4C-4BEB-B154-C554F64D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4EDD6D-9E00-4E50-9F60-9D0C2D26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INAI | Smart Peer Learning and Knowledge Sharing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327D9E-AFE5-443E-B87A-5A31D4BD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627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AB41A4-02BE-4E34-9756-057382F2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A5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DCC9B3-6248-4B96-BAE5-A2634338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381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89B7A1-7F47-41CF-95CE-681AA57F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5811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Register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40E751-CC49-4578-B2CE-DB6CB1CFC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8859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Input skills, hostel location, and lifestyle habits.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E67D5B-B4BE-4B18-A36E-AC1790C4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9240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BB1F38-9B9E-46AA-B8BF-1B723177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811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91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EB4AE1-6233-4D57-A8B7-49F03280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714500"/>
            <a:ext cx="381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935650-0092-471D-B332-D68C5A45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5811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Match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72BA0D-4DC8-467A-8038-710E01AE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8859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Engine computes highest compatibility scores.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405BE3-3AEC-4C30-A54A-B7C0DE34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9240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A68705-D3D5-4128-AAE1-9CAE7FCB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5811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ECC920-5D9A-4A88-B91B-36F675AC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381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952BA0-7041-41AA-AC16-C3C9DA4E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5811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Connect Safely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BF0691-E9D1-42BB-B4FE-A10CB47B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8859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Names and rooms stay hidden until mutual accept.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808F29-B5E7-4B7C-B3AF-09C60387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466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Matching algorithm scoring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603423-6DE3-449F-9CD9-9BB05270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Factor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F043EB-B6AA-42A6-82EA-CAA1943C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575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Weight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624311-C3C3-4E04-BE7F-B65FE236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575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Description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8CB356-BE61-4F63-B921-D5880BA5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Proximity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EBB8EE-48A1-4962-8EBD-3E86F1B4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766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40%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04F689-137A-40F5-9CB9-6B34B8C6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6766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201B"/>
                </a:solidFill>
                <a:latin typeface="Aptos"/>
                <a:ea typeface="Aptos"/>
                <a:cs typeface="Aptos"/>
              </a:rPr>
              <a:t>Same block or same floor gives highest points.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121ED5-8D06-4992-B301-8C49AAE4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Skill Match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5DE1D7-9A31-4415-AE1E-D131A6EA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957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30%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720E6D-7947-4B0A-950C-A4805EC85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957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201B"/>
                </a:solidFill>
                <a:latin typeface="Aptos"/>
                <a:ea typeface="Aptos"/>
                <a:cs typeface="Aptos"/>
              </a:rPr>
              <a:t>Need Help aligns with Strong Skill.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68CAFA-57CB-4DBD-89FC-8DE41AA2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Academic Base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1170F2-6026-47D9-B1C3-520D65C4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148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817A20-2412-47F3-A354-AA75D057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5148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201B"/>
                </a:solidFill>
                <a:latin typeface="Aptos"/>
                <a:ea typeface="Aptos"/>
                <a:cs typeface="Aptos"/>
              </a:rPr>
              <a:t>Same branch and year of study.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A81593-F7B6-4C53-B51F-14102038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Familiarity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DB82626-0CDC-4A79-AD34-71D25DCD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339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6D08D76-C297-44B9-94A1-AF616C13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9339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201B"/>
                </a:solidFill>
                <a:latin typeface="Aptos"/>
                <a:ea typeface="Aptos"/>
                <a:cs typeface="Aptos"/>
              </a:rPr>
              <a:t>Same home state or language.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92B7D2-B1FC-473B-9BAE-FDDD3F32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43250"/>
            <a:ext cx="4286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02019"/>
          </a:solidFill>
          <a:ln xmlns:a="http://schemas.openxmlformats.org/drawingml/2006/main" w="9525">
            <a:solidFill>
              <a:srgbClr val="10201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F2F62B5-81CA-4CAE-9385-1AFFA6CC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3718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E3C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FE3C8"/>
                </a:solidFill>
                <a:latin typeface="Aptos"/>
                <a:ea typeface="Aptos"/>
                <a:cs typeface="Aptos"/>
              </a:rPr>
              <a:t>Live example calculation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AE60106-D605-4DE1-8FC4-725364FB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1475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Saravanavelu M -&gt; Muthu Pandi 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F40BA38-5E9C-4BD2-94D3-E3D9D8CA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133850"/>
            <a:ext cx="3714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8D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8DE"/>
                </a:solidFill>
                <a:latin typeface="Aptos"/>
                <a:ea typeface="Aptos"/>
                <a:cs typeface="Aptos"/>
              </a:rPr>
              <a:t>Need help in Java + Strong in Java</a:t>
            </a:r>
          </a:p>
          <a:p xmlns:a="http://schemas.openxmlformats.org/drawingml/2006/main">
            <a:pPr algn="l">
              <a:defRPr sz="1125" b="0">
                <a:solidFill>
                  <a:srgbClr val="DDE8D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8DE"/>
                </a:solidFill>
                <a:latin typeface="Aptos"/>
                <a:ea typeface="Aptos"/>
                <a:cs typeface="Aptos"/>
              </a:rPr>
              <a:t>Block A + MCA 2nd Year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65FC7D3-2142-4D4D-892B-C8E9B7AA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70535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E7C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6E7C4"/>
                </a:solidFill>
                <a:latin typeface="Aptos"/>
                <a:ea typeface="Aptos"/>
                <a:cs typeface="Aptos"/>
              </a:rPr>
              <a:t>Match Score: 80% High Compatibility</a:t>
            </a:r>
          </a:p>
        </p:txBody>
      </p:sp>
    </p:spTree>
    <p:extLst>
      <p:ext uri="{BB962C8B-B14F-4D97-AF65-F5344CB8AC3E}">
        <p14:creationId xmlns:p14="http://schemas.microsoft.com/office/powerpoint/2010/main" val="3242884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E64A89DC-A784-470F-8E85-5D532B26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A5A"/>
          </a:solidFill>
          <a:ln xmlns:a="http://schemas.openxmlformats.org/drawingml/2006/main" w="0">
            <a:solidFill>
              <a:srgbClr val="0F7A5A"/>
            </a:solidFill>
            <a:prstDash val="solid"/>
          </a:ln>
        </p:spPr>
      </p:sp>
      <p:sp>
        <p:nvSpPr>
          <p:cNvPr id="2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6FD0AE21-A6DC-4BE7-84AA-6698F962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SYSTEM ARCHITECTURE + TECH STACK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65E62E-D8B4-42FB-B9AF-C5112558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895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A 3-tier web system connects browser UI, REST API, and MongoDB Atlas.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10651B-1127-4FF2-8B40-51CB6D56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BD3688-88F4-405C-AC90-54FCFBAC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INAI | Smart Peer Learning and Knowledge Sharing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7D4B40-B14C-4E76-8643-C2F6F2D0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627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72E49A-132D-4EDE-A421-14008886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2838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728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729DBC-1E87-4437-B1AE-B52CF661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Frontend: User Browser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E8D1C0-FA22-4AF8-A8CC-25E9530E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HTML / CSS / JS</a:t>
            </a:r>
          </a:p>
          <a:p xmlns:a="http://schemas.openxmlformats.org/drawingml/2006/main">
            <a:pPr algn="l">
              <a:defRPr sz="10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Sends JSON over HTTP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9F1DE2-C985-4BBC-B0DB-69C3D874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57350"/>
            <a:ext cx="2838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A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5919CA-DB04-444F-866F-3E27E2F1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8097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Backend Server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591A09-4FFB-4EB2-8866-53879953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1526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Node.js &amp; Express.js</a:t>
            </a:r>
          </a:p>
          <a:p xmlns:a="http://schemas.openxmlformats.org/drawingml/2006/main">
            <a:pPr algn="l">
              <a:defRPr sz="10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REST API + token auth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D00F93-C8FF-4F58-A70C-03BC8F31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657350"/>
            <a:ext cx="2838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791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B49996-2FC9-45A3-82FB-0723CA4E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8097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8791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87916"/>
                </a:solidFill>
                <a:latin typeface="Aptos"/>
                <a:ea typeface="Aptos"/>
                <a:cs typeface="Aptos"/>
              </a:rPr>
              <a:t>Cloud Database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209D84-72E4-404D-98A6-C750196E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526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MongoDB Atlas</a:t>
            </a:r>
          </a:p>
          <a:p xmlns:a="http://schemas.openxmlformats.org/drawingml/2006/main">
            <a:pPr algn="l">
              <a:defRPr sz="10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Mongoose ODM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93E7C5-7125-4D84-B162-31CB14EB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2885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B"/>
          </a:solidFill>
          <a:ln xmlns:a="http://schemas.openxmlformats.org/drawingml/2006/main" w="0">
            <a:solidFill>
              <a:srgbClr val="17201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C862FD-932A-4B77-97A4-AB05D72B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1717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201B"/>
          </a:solidFill>
          <a:ln xmlns:a="http://schemas.openxmlformats.org/drawingml/2006/main" w="0">
            <a:solidFill>
              <a:srgbClr val="17201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7CFB6F-F947-4C79-88AF-654A4363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2885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B"/>
          </a:solidFill>
          <a:ln xmlns:a="http://schemas.openxmlformats.org/drawingml/2006/main" w="0">
            <a:solidFill>
              <a:srgbClr val="17201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62E56B-73E7-4797-B52E-DF8E160B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1717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201B"/>
          </a:solidFill>
          <a:ln xmlns:a="http://schemas.openxmlformats.org/drawingml/2006/main" w="0">
            <a:solidFill>
              <a:srgbClr val="17201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D2125E-35F9-407C-B43D-9AAC2C60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Tech stack table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602BD7-4F96-4490-A4D9-D2F9857D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Layer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E6A7F8-FA91-4CF3-8749-C454259E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6195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Technologies Used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47B1C0-3442-49D6-997A-7592C197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1950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Purpose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E5E0E8-D634-4E7E-A403-4E1F6A99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7A9F3B-DC89-4E63-BA8C-B239E7B7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195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HTML5, CSS3, Vanilla JS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84EB11-6E88-40D5-A261-26E84454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1955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201B"/>
                </a:solidFill>
                <a:latin typeface="Aptos"/>
                <a:ea typeface="Aptos"/>
                <a:cs typeface="Aptos"/>
              </a:rPr>
              <a:t>Fast responsive UI with no heavy frameworks.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992EEF-BD94-476A-A037-E7679E79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196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0B8975-FD21-4E28-B383-D6F9778B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196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Node.js, Express.js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878D55-EAFA-43FA-96F6-E8FD2E0B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1960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201B"/>
                </a:solidFill>
                <a:latin typeface="Aptos"/>
                <a:ea typeface="Aptos"/>
                <a:cs typeface="Aptos"/>
              </a:rPr>
              <a:t>Stateless REST API with token authentication.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399A35-956E-44F8-B0D8-7B7DBD50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Database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F9932F-214B-4553-AFA5-167E1285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196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MongoDB Atlas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5928AC-B47A-4953-BA88-188FDD13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1965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201B"/>
                </a:solidFill>
                <a:latin typeface="Aptos"/>
                <a:ea typeface="Aptos"/>
                <a:cs typeface="Aptos"/>
              </a:rPr>
              <a:t>Cloud NoSQL database for flexible profiles.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FFE63F-48E8-4D47-80B7-2A723014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Security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853D5F-E1D7-45BC-B10B-3D8C7231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2197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PBKDF2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473763-DD63-4C34-8879-9CA3D414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21970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201B"/>
                </a:solidFill>
                <a:latin typeface="Aptos"/>
                <a:ea typeface="Aptos"/>
                <a:cs typeface="Aptos"/>
              </a:rPr>
              <a:t>Server-side password hashing, 120k iterations.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555D4D-5CD7-48B4-9F5C-C8144007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00450"/>
            <a:ext cx="22479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102019"/>
          </a:solidFill>
          <a:ln xmlns:a="http://schemas.openxmlformats.org/drawingml/2006/main" w="9525">
            <a:solidFill>
              <a:srgbClr val="10201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634CB1-B448-46FB-AA2E-328204E5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90950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6E7C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E7C4"/>
                </a:solidFill>
                <a:latin typeface="Aptos"/>
                <a:ea typeface="Aptos"/>
                <a:cs typeface="Aptos"/>
              </a:rPr>
              <a:t>Stored data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C0BF37-CD04-40E8-B298-5472F50B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171950"/>
            <a:ext cx="1828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Users</a:t>
            </a:r>
          </a:p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Requests</a:t>
            </a:r>
          </a:p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Chat messages</a:t>
            </a:r>
          </a:p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Study rooms</a:t>
            </a:r>
          </a:p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Study sessions</a:t>
            </a:r>
          </a:p>
        </p:txBody>
      </p:sp>
    </p:spTree>
    <p:extLst>
      <p:ext uri="{BB962C8B-B14F-4D97-AF65-F5344CB8AC3E}">
        <p14:creationId xmlns:p14="http://schemas.microsoft.com/office/powerpoint/2010/main" val="11241754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53117135-73C3-4598-BE9D-B2267D05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A5A"/>
          </a:solidFill>
          <a:ln xmlns:a="http://schemas.openxmlformats.org/drawingml/2006/main" w="0">
            <a:solidFill>
              <a:srgbClr val="0F7A5A"/>
            </a:solidFill>
            <a:prstDash val="solid"/>
          </a:ln>
        </p:spPr>
      </p:sp>
      <p:sp>
        <p:nvSpPr>
          <p:cNvPr id="2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070B9C0C-AC18-4E54-A8C8-0BC24E906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FEATURES SHOWCASE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84B0C1-5F67-4D34-B866-51663723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895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INAI combines matching, privacy, collaboration, productivity, and control.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772ADB-6887-463B-A513-18C9EF2D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01D6CC-1C9E-42BC-B193-DFCB1B0D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INAI | Smart Peer Learning and Knowledge Sharing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6DA235-30B3-4B63-B9F3-BADBF5C0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627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8CE3E9-1F89-4B6A-A20D-2702A427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419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Matching &amp; Discovery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7B40E4-1F26-4DD6-A0A7-EC5199B8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42875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Collaboration &amp; Tools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4E279D-E30A-4FBE-9FE1-BA42B64F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44005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003221-2D67-4253-916A-7764356C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Matching Modes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A03A5B-F6E9-4334-9025-473B7DD3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0955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Quick Match, Preference Match, Roommate Match.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B00DDC-11D6-485B-8CC9-4F24C093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44005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FE8DA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AF3C1B-6EE8-43AD-BD4E-9142ABE1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Interactive Hostel 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7286A9-05B8-4534-BD33-0EFC8BF3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8765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Visual floor plan for own hostel only.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CB6E51-CDF3-4D5F-84D4-A918BBD0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44005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59AFCC-1EE9-45EE-BBEA-18D9506C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576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Privacy 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17C324-A502-4AF1-9A34-7E8404CB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6576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Names reveal on request; rooms reveal only on mutual acceptance.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2AA1EA-D099-40C8-9D36-561B99DF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44005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FE8DA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8BFD09-D04D-4832-AA5D-67E11458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386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Brain Match Quiz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9D418E-03FC-4E4A-8DBA-902B92FB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4386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Personality/preference-based compatibility.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EED3E8-84F4-4F1B-84D2-D3EB5599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85950"/>
            <a:ext cx="44005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A83A1E-CB2B-49D4-9939-A34D674C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6215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1-on-1 Study Sessions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F0C5BB-2EED-4C3C-AE0B-DB56F1F7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62150"/>
            <a:ext cx="2305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Schedule, complete, and rate meetings.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EF6997-1465-4BB2-BEFF-BFEF24E1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33650"/>
            <a:ext cx="44005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FE8DA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C2349C-A9FF-4D94-B418-226427D4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0985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Group Study Rooms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C45A28-124D-4381-9693-B0A44D36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09850"/>
            <a:ext cx="2305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Topic-based rooms up to 10 members.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9C3910-0937-4DEF-9682-C77638FA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81350"/>
            <a:ext cx="44005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920F05-36DC-431F-A887-25A5C769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5755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Chat System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D9357B-6857-4EBC-A764-1368F4DE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57550"/>
            <a:ext cx="2305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Messaging between connected peers.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C28285-7627-4CB1-AABB-B15150FB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29050"/>
            <a:ext cx="44005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FE8DA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9F449C-E2C2-495E-A093-06BBC2AB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0525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Pomodoro Timer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35FF43-896A-487E-94B4-BE055C79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05250"/>
            <a:ext cx="2305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Focus timer with Tic-Tac-Toe brain break.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F531E1-7C9E-4478-A0E5-0107C8AE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76750"/>
            <a:ext cx="44005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845B09-3F4D-41BA-90FC-3112173D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5295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Admin Panel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99703A-8DAE-4306-80C8-B92FDD5B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52950"/>
            <a:ext cx="2305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System oversight, statistics, and moderation.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617D6D-1C93-4023-81F9-67CA8BBE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097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156413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55EB4E63-871B-44D8-9331-4E1C6A76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A5A"/>
          </a:solidFill>
          <a:ln xmlns:a="http://schemas.openxmlformats.org/drawingml/2006/main" w="0">
            <a:solidFill>
              <a:srgbClr val="0F7A5A"/>
            </a:solidFill>
            <a:prstDash val="solid"/>
          </a:ln>
        </p:spPr>
      </p:sp>
      <p:sp>
        <p:nvSpPr>
          <p:cNvPr id="2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57275C0D-774A-4A9C-BBFF-1ACD98B8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TESTING &amp;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77010E-8900-4B10-8B11-727AA20E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895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All 46 test cases passed across authentication, matching, and connections.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877F3C-6995-4C0E-9EAB-8D73862D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48A1CB-5A1D-466D-8FB2-3D945278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INAI | Smart Peer Learning and Knowledge Sharing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6342CD-3EF1-46E4-A1E1-2706FC8F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627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4A04F4-89D7-47B2-B80B-F9E2189A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18669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2019"/>
          </a:solidFill>
          <a:ln xmlns:a="http://schemas.openxmlformats.org/drawingml/2006/main" w="9525">
            <a:solidFill>
              <a:srgbClr val="10201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D66950-CD78-435F-B907-19875A33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9FE3C8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9FE3C8"/>
                </a:solidFill>
                <a:latin typeface="Aptos"/>
                <a:ea typeface="Aptos"/>
                <a:cs typeface="Aptos"/>
              </a:rPr>
              <a:t>46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EE83D1-37B4-4E66-A885-C420AF86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test cases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F454E2-6861-4ED5-8C01-0D5950BA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050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DDE8DE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DE8DE"/>
                </a:solidFill>
                <a:latin typeface="Aptos"/>
                <a:ea typeface="Aptos"/>
                <a:cs typeface="Aptos"/>
              </a:rPr>
              <a:t>All passed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0CB21A-D436-4862-AFF0-B0AE7FFD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504950"/>
            <a:ext cx="18669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2019"/>
          </a:solidFill>
          <a:ln xmlns:a="http://schemas.openxmlformats.org/drawingml/2006/main" w="9525">
            <a:solidFill>
              <a:srgbClr val="10201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27A602-53DC-49C7-B1DD-05700664D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5735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9FE3C8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9FE3C8"/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770A4A-BFAB-4D48-8076-7D92F218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764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gender safety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CD73FC-93C9-4CE8-A17B-0D54F43B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050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DDE8DE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DE8DE"/>
                </a:solidFill>
                <a:latin typeface="Aptos"/>
                <a:ea typeface="Aptos"/>
                <a:cs typeface="Aptos"/>
              </a:rPr>
              <a:t>Cross-gender matching blocked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C6D199-840F-478D-8194-A5189D79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504950"/>
            <a:ext cx="18669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2019"/>
          </a:solidFill>
          <a:ln xmlns:a="http://schemas.openxmlformats.org/drawingml/2006/main" w="9525">
            <a:solidFill>
              <a:srgbClr val="10201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EE8364-3A56-44AB-9DED-CD992F68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65735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9FE3C8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9FE3C8"/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E3DBA9-3D80-4B89-A4EE-3FCE7A09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764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privacy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650E23-FF72-43A1-BC42-9D01A4A7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050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DDE8DE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DE8DE"/>
                </a:solidFill>
                <a:latin typeface="Aptos"/>
                <a:ea typeface="Aptos"/>
                <a:cs typeface="Aptos"/>
              </a:rPr>
              <a:t>Room access blocked until accept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28CD5B-9C0C-4057-9686-A22C798B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504950"/>
            <a:ext cx="18669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2019"/>
          </a:solidFill>
          <a:ln xmlns:a="http://schemas.openxmlformats.org/drawingml/2006/main" w="9525">
            <a:solidFill>
              <a:srgbClr val="10201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D84E41-5FCD-441A-9F7E-38F2ECA6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5735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9FE3C8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9FE3C8"/>
                </a:solidFill>
                <a:latin typeface="Aptos"/>
                <a:ea typeface="Aptos"/>
                <a:cs typeface="Aptos"/>
              </a:rPr>
              <a:t>&lt;1.5s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884CB9-D8C5-4A07-B682-15E12E2C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0764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load time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7AA2C1-167F-4003-B805-08C4AACB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050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DDE8DE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DE8DE"/>
                </a:solidFill>
                <a:latin typeface="Aptos"/>
                <a:ea typeface="Aptos"/>
                <a:cs typeface="Aptos"/>
              </a:rPr>
              <a:t>Average page load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EB33A0-3A5B-4E77-ACEF-2867F06B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04950"/>
            <a:ext cx="18669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2019"/>
          </a:solidFill>
          <a:ln xmlns:a="http://schemas.openxmlformats.org/drawingml/2006/main" w="9525">
            <a:solidFill>
              <a:srgbClr val="10201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38E5D0-29E0-4531-941E-061C0CD6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5735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6E7C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6E7C4"/>
                </a:solidFill>
                <a:latin typeface="Aptos"/>
                <a:ea typeface="Aptos"/>
                <a:cs typeface="Aptos"/>
              </a:rPr>
              <a:t>PBKDF2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9FFBEC-13A6-4917-91A0-A5D9977B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764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security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E50F67-EA7C-41F0-B33B-33152FB0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050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DDE8DE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DE8DE"/>
                </a:solidFill>
                <a:latin typeface="Aptos"/>
                <a:ea typeface="Aptos"/>
                <a:cs typeface="Aptos"/>
              </a:rPr>
              <a:t>Hashing + rate limiting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5DF764-F4F4-43D3-9D0A-8B7F9F7D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Key results &amp; metrics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99B1E1-2645-4B53-BFBB-91F693CD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Category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05F10B-C247-4424-998E-AC40F1FE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524250"/>
            <a:ext cx="619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Result Verified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BBA5A7-F65C-4A96-9C49-738630A1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862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Gender Safety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98DE33-1738-4BEA-8EBF-6A9FB196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86200"/>
            <a:ext cx="619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1B"/>
                </a:solidFill>
                <a:latin typeface="Aptos"/>
                <a:ea typeface="Aptos"/>
                <a:cs typeface="Aptos"/>
              </a:rPr>
              <a:t>100% enforcement: cross-gender matching blocked by system logic.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932734-F17B-4C7A-BCC0-C0B83BD4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Privacy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4EFEBC-274F-484C-9906-5A425C51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248150"/>
            <a:ext cx="619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1B"/>
                </a:solidFill>
                <a:latin typeface="Aptos"/>
                <a:ea typeface="Aptos"/>
                <a:cs typeface="Aptos"/>
              </a:rPr>
              <a:t>100% enforcement: unauthorized room access blocked.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C79EB8-FA58-402E-B997-C25E96A5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Performance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387403-0645-41CC-9A33-1C7D9067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610100"/>
            <a:ext cx="619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1B"/>
                </a:solidFill>
                <a:latin typeface="Aptos"/>
                <a:ea typeface="Aptos"/>
                <a:cs typeface="Aptos"/>
              </a:rPr>
              <a:t>Under 1.5 seconds average page load time.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A25BC3-EE60-42A2-95D8-DF4D4CB4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720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Security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68216B7-2234-4C4F-9F89-973BB863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972050"/>
            <a:ext cx="619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1B"/>
                </a:solidFill>
                <a:latin typeface="Aptos"/>
                <a:ea typeface="Aptos"/>
                <a:cs typeface="Aptos"/>
              </a:rPr>
              <a:t>PBKDF2 hashing confirmed; rate limiting prevents brute force.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C1F3AE3-28D5-43D4-9802-206381EB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340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Testing Quality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4A5173E-C19A-4C4F-ABFC-2EA09CA0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334000"/>
            <a:ext cx="619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1B"/>
                </a:solidFill>
                <a:latin typeface="Aptos"/>
                <a:ea typeface="Aptos"/>
                <a:cs typeface="Aptos"/>
              </a:rPr>
              <a:t>6 bugs found and fixed during testing.</a:t>
            </a:r>
          </a:p>
        </p:txBody>
      </p:sp>
    </p:spTree>
    <p:extLst>
      <p:ext uri="{BB962C8B-B14F-4D97-AF65-F5344CB8AC3E}">
        <p14:creationId xmlns:p14="http://schemas.microsoft.com/office/powerpoint/2010/main" val="4980204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0EB57F48-2C3F-4F7D-BEEA-7B9DFE2A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A5A"/>
          </a:solidFill>
          <a:ln xmlns:a="http://schemas.openxmlformats.org/drawingml/2006/main" w="0">
            <a:solidFill>
              <a:srgbClr val="0F7A5A"/>
            </a:solidFill>
            <a:prstDash val="solid"/>
          </a:ln>
        </p:spPr>
      </p:sp>
      <p:sp>
        <p:nvSpPr>
          <p:cNvPr id="2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8E414C0D-809A-4FE9-8886-2B2281C1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CONCLUSION + FUTURE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AAF51C-21A2-4050-9383-81390F14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895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INAI V1 proves the campus use case; V2 can make it real-time and smarter.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B477FF-E743-4CD5-8BF0-8DE3FD55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C5E042-452E-4B83-8794-49407285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INAI | Smart Peer Learning and Knowledge Sharing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5CA011-FEF6-4714-97CB-93C0C91D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627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4C28BB-55CB-41EA-8304-6AE81068B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What We Built vs. Future Version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E9B552-E112-4292-8C0A-D89681C2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2571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We Built (V1)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9891B8-AAD9-44E2-9E17-7349F01B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8595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Future Version (V2)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AF14BE-2A8E-4E3D-A731-BE566BFE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38400"/>
            <a:ext cx="2571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REST API with 30s polling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710F5-A83A-4DF5-A3EF-69743A9D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3840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Real-time WebSockets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5B3216-1BE9-4C2F-90B5-FAAF7066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2571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Web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041857-C90F-4A4B-B298-1134C91E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99085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Progressive Web App installable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549DAA-4157-4616-82B4-213CB168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2571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Algorithmic matching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BB9765-E38F-4D72-8444-8DC3592C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54330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AI / machine learning matching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162771-28F9-42A4-B33F-961EE774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287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Future scope: 5 key points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592048-1BB1-4E14-A449-B97CB7E9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E7CAAC-C412-4EC2-AB62-53C623DF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876425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WebSockets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C79A9F-D799-40F0-84E4-891277B4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76425"/>
            <a:ext cx="2057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True real-time chat and notifications.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D6B085-EDD8-4C3A-AC05-18E3DBF3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4A1866-E740-4B90-8BEE-E4868022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47925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791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7916"/>
                </a:solidFill>
                <a:latin typeface="Aptos"/>
                <a:ea typeface="Aptos"/>
                <a:cs typeface="Aptos"/>
              </a:rPr>
              <a:t>PWA Integration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87B7B5-AED5-4155-87E5-7EC0AB6E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47925"/>
            <a:ext cx="2057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Offline access and mobile-like install.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E713A7-F541-49B5-B83E-AFFA2CC2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5275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37A653-2BF6-45F6-963D-0FADC82D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19425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3A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B3A70"/>
                </a:solidFill>
                <a:latin typeface="Aptos"/>
                <a:ea typeface="Aptos"/>
                <a:cs typeface="Aptos"/>
              </a:rPr>
              <a:t>AI Matching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7A8331-8F1E-4BAC-9A41-71E7EBBE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19425"/>
            <a:ext cx="2057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Use ratings to improve match accuracy.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6F7E61-23B6-4D08-B35E-B94C5CEA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2425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AD14A5-F322-4BEE-8D1C-0A7A3555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590925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49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4493D"/>
                </a:solidFill>
                <a:latin typeface="Aptos"/>
                <a:ea typeface="Aptos"/>
                <a:cs typeface="Aptos"/>
              </a:rPr>
              <a:t>Hostel Authority Portal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8BFC44-FABA-4875-8F1A-D0D0A776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90925"/>
            <a:ext cx="2057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Warden announcements and room workflows.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791A7E-C293-4CB8-BEF9-CBB99E81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9575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9F77FE-87AA-4136-BA50-605E6117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62425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Multi-Language Support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79EF3D-E7F1-4A15-A6B7-3CC046BE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162425"/>
            <a:ext cx="2057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Localize UI for diverse students.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99801C-5D31-496B-9C9B-4539F0C8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19750"/>
            <a:ext cx="914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19"/>
          </a:solidFill>
          <a:ln xmlns:a="http://schemas.openxmlformats.org/drawingml/2006/main" w="0">
            <a:solidFill>
              <a:srgbClr val="10201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D4E0C9-3539-46FB-B33A-9D1A736F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15000"/>
            <a:ext cx="8810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6E7C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6E7C4"/>
                </a:solidFill>
                <a:latin typeface="Aptos"/>
                <a:ea typeface="Aptos"/>
                <a:cs typeface="Aptos"/>
              </a:rPr>
              <a:t>"Connecting minds, one room at a time."</a:t>
            </a:r>
          </a:p>
        </p:txBody>
      </p:sp>
    </p:spTree>
    <p:extLst>
      <p:ext uri="{BB962C8B-B14F-4D97-AF65-F5344CB8AC3E}">
        <p14:creationId xmlns:p14="http://schemas.microsoft.com/office/powerpoint/2010/main" val="17552395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2026-06-08T15:00:30.6190000Z</dcterms:created>
  <dcterms:modified xsi:type="dcterms:W3CDTF">2026-06-08T15:00:30.6190000Z</dcterms:modified>
</coreProperties>
</file>