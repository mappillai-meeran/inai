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dff97ee69a4437" /><Relationship Type="http://schemas.openxmlformats.org/officeDocument/2006/relationships/extended-properties" Target="/docProps/app.xml" Id="R0a70a445067e4a2f" /><Relationship Type="http://schemas.openxmlformats.org/officeDocument/2006/relationships/officeDocument" Target="/ppt/presentation.xml" Id="R78ee4c7b03da46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26a6e6f244a16"/>
  </p:sldMasterIdLst>
  <p:notesMasterIdLst>
    <p:notesMasterId xmlns:r="http://schemas.openxmlformats.org/officeDocument/2006/relationships" r:id="R64089cc37f1845c6"/>
  </p:notesMasterIdLst>
  <p:sldIdLst>
    <p:sldId xmlns:r="http://schemas.openxmlformats.org/officeDocument/2006/relationships" id="256" r:id="Rede0e4ae013c477a"/>
    <p:sldId xmlns:r="http://schemas.openxmlformats.org/officeDocument/2006/relationships" id="257" r:id="Rc7bf72ad015f4284"/>
    <p:sldId xmlns:r="http://schemas.openxmlformats.org/officeDocument/2006/relationships" id="258" r:id="Rd710211815134255"/>
    <p:sldId xmlns:r="http://schemas.openxmlformats.org/officeDocument/2006/relationships" id="259" r:id="Rbf032b6dba854fb1"/>
    <p:sldId xmlns:r="http://schemas.openxmlformats.org/officeDocument/2006/relationships" id="260" r:id="R1323c2f24d0245de"/>
    <p:sldId xmlns:r="http://schemas.openxmlformats.org/officeDocument/2006/relationships" id="261" r:id="Rdc5d250e53aa4769"/>
    <p:sldId xmlns:r="http://schemas.openxmlformats.org/officeDocument/2006/relationships" id="262" r:id="Rd59e83f1b3fb4d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0394629b53458b" /><Relationship Type="http://schemas.openxmlformats.org/officeDocument/2006/relationships/slideMaster" Target="/ppt/slideMasters/slideMaster1.xml" Id="R66a26a6e6f244a16" /><Relationship Type="http://schemas.openxmlformats.org/officeDocument/2006/relationships/notesMaster" Target="/ppt/notesMasters/notesMaster1.xml" Id="R64089cc37f1845c6" /><Relationship Type="http://schemas.openxmlformats.org/officeDocument/2006/relationships/presProps" Target="/ppt/presProps.xml" Id="Ra57ff123c09a41eb" /><Relationship Type="http://schemas.openxmlformats.org/officeDocument/2006/relationships/viewProps" Target="/ppt/viewProps.xml" Id="R197626c8c4e240db" /><Relationship Type="http://schemas.openxmlformats.org/officeDocument/2006/relationships/tableStyles" Target="/ppt/tableStyles.xml" Id="R7cc416da151148d2" /><Relationship Type="http://schemas.openxmlformats.org/officeDocument/2006/relationships/slide" Target="/ppt/slides/slide1.xml" Id="Rede0e4ae013c477a" /><Relationship Type="http://schemas.openxmlformats.org/officeDocument/2006/relationships/slide" Target="/ppt/slides/slide2.xml" Id="Rc7bf72ad015f4284" /><Relationship Type="http://schemas.openxmlformats.org/officeDocument/2006/relationships/slide" Target="/ppt/slides/slide3.xml" Id="Rd710211815134255" /><Relationship Type="http://schemas.openxmlformats.org/officeDocument/2006/relationships/slide" Target="/ppt/slides/slide4.xml" Id="Rbf032b6dba854fb1" /><Relationship Type="http://schemas.openxmlformats.org/officeDocument/2006/relationships/slide" Target="/ppt/slides/slide5.xml" Id="R1323c2f24d0245de" /><Relationship Type="http://schemas.openxmlformats.org/officeDocument/2006/relationships/slide" Target="/ppt/slides/slide6.xml" Id="Rdc5d250e53aa4769" /><Relationship Type="http://schemas.openxmlformats.org/officeDocument/2006/relationships/slide" Target="/ppt/slides/slide7.xml" Id="Rd59e83f1b3fb4d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cabaa451b4b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d4a23d9724054" /><Relationship Type="http://schemas.openxmlformats.org/officeDocument/2006/relationships/notesMaster" Target="/ppt/notesMasters/notesMaster1.xml" Id="Rc6f099b9bdc64e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f78a88370040c8" /><Relationship Type="http://schemas.openxmlformats.org/officeDocument/2006/relationships/notesMaster" Target="/ppt/notesMasters/notesMaster1.xml" Id="R6470ead9c8824b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0467f706f44a70" /><Relationship Type="http://schemas.openxmlformats.org/officeDocument/2006/relationships/notesMaster" Target="/ppt/notesMasters/notesMaster1.xml" Id="R0d7297d4216f45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75382114254e23" /><Relationship Type="http://schemas.openxmlformats.org/officeDocument/2006/relationships/notesMaster" Target="/ppt/notesMasters/notesMaster1.xml" Id="R86bbbd6dd59042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f442a97bff4686" /><Relationship Type="http://schemas.openxmlformats.org/officeDocument/2006/relationships/notesMaster" Target="/ppt/notesMasters/notesMaster1.xml" Id="R9439c7b39f8f40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fcfd719254483b" /><Relationship Type="http://schemas.openxmlformats.org/officeDocument/2006/relationships/notesMaster" Target="/ppt/notesMasters/notesMaster1.xml" Id="R1b1fecdeab0a4e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299857cab045d1" /><Relationship Type="http://schemas.openxmlformats.org/officeDocument/2006/relationships/notesMaster" Target="/ppt/notesMasters/notesMaster1.xml" Id="Rc5d1617b8854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fae66111347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d768fd1f9c4945" /><Relationship Type="http://schemas.openxmlformats.org/officeDocument/2006/relationships/slideLayout" Target="/ppt/slideLayouts/slideLayout1.xml" Id="Rc0288386adff43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288386adff43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a0fd4bf614a4a" /><Relationship Type="http://schemas.openxmlformats.org/officeDocument/2006/relationships/notesSlide" Target="/ppt/notesSlides/notesSlide1.xml" Id="R8072e275a0a340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bc31a97b548c1" /><Relationship Type="http://schemas.openxmlformats.org/officeDocument/2006/relationships/notesSlide" Target="/ppt/notesSlides/notesSlide2.xml" Id="Rf10c827e48e74b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470ea24e642db" /><Relationship Type="http://schemas.openxmlformats.org/officeDocument/2006/relationships/notesSlide" Target="/ppt/notesSlides/notesSlide3.xml" Id="Ra196011c40dd4a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cbb338dbb4b3e" /><Relationship Type="http://schemas.openxmlformats.org/officeDocument/2006/relationships/notesSlide" Target="/ppt/notesSlides/notesSlide4.xml" Id="R855a9eeb120048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4591827964d0b" /><Relationship Type="http://schemas.openxmlformats.org/officeDocument/2006/relationships/notesSlide" Target="/ppt/notesSlides/notesSlide5.xml" Id="Rd1cfc073b69745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0cd6b42a74832" /><Relationship Type="http://schemas.openxmlformats.org/officeDocument/2006/relationships/notesSlide" Target="/ppt/notesSlides/notesSlide6.xml" Id="R2d0d0e52e575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8ed2a39a44f35" /><Relationship Type="http://schemas.openxmlformats.org/officeDocument/2006/relationships/notesSlide" Target="/ppt/notesSlides/notesSlide7.xml" Id="R4594af589fb249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4B6B07-1EEF-4D2F-8BD5-B0A62780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1020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F8037-2E11-4EDF-9690-CEBFB3B0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4743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1"/>
          </a:solidFill>
          <a:ln xmlns:a="http://schemas.openxmlformats.org/drawingml/2006/main" w="0">
            <a:solidFill>
              <a:srgbClr val="173B3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FCAD4-1364-4640-9E51-6FC3A0FE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MICRO PROJECT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0136B-37FE-489E-B09D-324B0F3E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7FC3D-F908-48BB-ADEF-F523F2A9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647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E7C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E7C4"/>
                </a:solidFill>
                <a:latin typeface="Aptos Display"/>
                <a:ea typeface="Aptos Display"/>
                <a:cs typeface="Aptos Display"/>
              </a:rPr>
              <a:t>A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0FAFD-11A4-4D50-9536-966A4FAE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Smart Study Partner &amp; Roommate Matching System for hostel students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02CB9-889C-4747-A993-E5359116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Team: MappillaiMeeran A &amp; Dhinesh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494E2-3049-4DA5-83AA-680ADF4D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College: SMVEC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8B926-B14C-41FD-9817-05BDC40D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Dept: MCA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BC44E-04CE-44A3-981F-801FFCBA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Date: June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F5834-36B7-41D1-89E3-93D9EF96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525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1905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E9B13-64AF-4F03-920C-B5C611E1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26079-1385-4A9C-9487-2D8D116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16"/>
          </a:solidFill>
          <a:ln xmlns:a="http://schemas.openxmlformats.org/drawingml/2006/main" w="1905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0A663-5564-4FAD-8E69-A3AA0A3D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575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6EAA0-314A-4677-9F5F-DFAC6751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291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1905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32A12-6256-4521-B818-11153723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Safely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393F9-8898-4078-896D-1F05945F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62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E3C8"/>
                </a:solidFill>
                <a:latin typeface="Aptos"/>
                <a:ea typeface="Aptos"/>
                <a:cs typeface="Aptos"/>
              </a:rPr>
              <a:t>Inai = connection</a:t>
            </a:r>
          </a:p>
        </p:txBody>
      </p:sp>
    </p:spTree>
    <p:extLst>
      <p:ext uri="{BB962C8B-B14F-4D97-AF65-F5344CB8AC3E}">
        <p14:creationId xmlns:p14="http://schemas.microsoft.com/office/powerpoint/2010/main" val="1928619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3B1DF828-266A-4ACD-8397-9B5E4B56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69B05-A5E3-45AF-B1E6-EFCC9A1B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SLIDE 2 - PROBLEM &amp; EXISTING SOLUTIONS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CCC1B-4928-4889-BB72-BBC755AF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Problem &amp; Existing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D20C1-3313-47A9-8B62-A2658AB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0B584-94FF-450B-B7FA-728D647B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C602F-986D-4C54-A6B6-F9EF4B9B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22BA7-9C24-4780-A6EC-93F7763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47396-E789-449D-BC47-0377347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4493D"/>
                </a:solidFill>
                <a:latin typeface="Aptos"/>
                <a:ea typeface="Aptos"/>
                <a:cs typeface="Aptos"/>
              </a:rPr>
              <a:t>Stuck at Night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08236-D881-44A0-8B55-1F64FC87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Students get stuck on DSA, Java, OS during exam hours.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DE2F9-A43A-4AAC-A6BE-4D7D10C4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2400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28D81-3A7B-4B6C-B1D8-477503C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19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Roommate Mismatch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FBDB1-707A-4D3A-AA81-849F0C34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Random room allocation ignores sleep and study habits.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C335D-3EF5-48B8-AE55-FDD793CA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2400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E1D17-BA96-419F-A0CA-C51BA9FE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Unsafe Interactions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9A4A4-797C-4C57-9A6B-81FB693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Approaching unknown hostel neighbours can feel risky.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CE6E6-05DD-44EF-94E3-8F85A2C5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03E5D-CA84-4EA7-AA66-06C68BE0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No Flexible Matching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97D5E-1B00-463F-AF3A-4F0DF8B3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Students need both instant help and best compatibility.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BD28D-E02E-4435-940C-1C1A2561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D173B-2A46-4342-91BF-74C1824E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Out-of-State Isolation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C574B-ECC8-4BDE-B3E1-03862C44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861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State/language familiarity is difficult to discover.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FCD6B-DF85-4653-A570-F1A8A6C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05AA4-7387-4D9B-9DC9-5468F01D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19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Unorganized 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9685E0-52EE-4625-A408-D47DEF32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861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Groups and notice boards are noisy and unfiltered.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2C494-CBCF-473A-8E3D-B7E51FE8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Limitations of existing methods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783B9-CBFF-48C8-93AC-5E19F47F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9A630-5615-49BD-A7F9-6D81FE58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669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limitation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3ADDF-FB6E-44C0-BB84-BC96B064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8669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Missing feature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53786-16B9-4CDF-B691-C90EED62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669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E1938-BC32-411B-B6B2-5F068AEF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Anyone replies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852346-6599-449E-9C66-20C9F697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669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Matching algorithm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B18EEB-2130-4876-A9D8-E53A4AD1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67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Asking friends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ECEDD8-BCCE-4386-91B7-E068B71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Only 5-6 contacts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BF4F48-4B9B-447B-A387-17DECF54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670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Discovery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5F4412-E1CD-463A-BEA0-BC382B88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67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DC07AE-4EE2-40B6-9965-87B72BBE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Generic tutorials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2216BD-36C0-4D72-B28C-8A25D06F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670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Personalization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ED98AE-2642-4FFD-8F70-E480C187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Notice boards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CDDD0C-FE11-4D76-91F7-D210B6CB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671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Outdated ads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BFCF93-5C35-428F-821C-A7F3F7DB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67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Live availability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F780B0-C24F-46D7-8C6D-07EA6D3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671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Nothing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11C8DA-E846-415C-B3E3-152ABF40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671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Struggle alone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7B6EBC-44DA-4893-B05F-FF7A47C3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671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B24E97-84ED-4AE4-A762-737C832F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10201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0992E3-30A3-46C0-BE56-862DDF2D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"The right study partner is 2 rooms away - but you'll never know."</a:t>
            </a:r>
          </a:p>
        </p:txBody>
      </p:sp>
    </p:spTree>
    <p:extLst>
      <p:ext uri="{BB962C8B-B14F-4D97-AF65-F5344CB8AC3E}">
        <p14:creationId xmlns:p14="http://schemas.microsoft.com/office/powerpoint/2010/main" val="1400099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E75AE1A9-96B8-4708-B105-B0945A58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DD6BB-D253-474B-AFA6-64D124A0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SLIDE 3 - OUR SOLUTION +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6CE98-EEF4-4D2F-81F1-35E5FCB7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Our Solution +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7BE28-D997-468E-998E-C034227F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149E4-9996-4CE9-8E34-C93D4112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A6B7F-44E7-45C7-AF9D-623A25C2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3BAF4-9DDE-4E48-B69B-8D5F507C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41052-6464-437F-8453-ABE31E31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ADBD6-FFF8-4C01-9C87-77C43870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581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83B70-3FED-49F9-8DB4-2D323F50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85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Skills, hostel, block, subjects, lifestyle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09AA8-25C3-4D40-9194-CFA75965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24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D8FBC-34FC-461F-B65F-C4997BF5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81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1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EF295-C7D9-4508-A135-E7459D1A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B0B46-8F69-4AF8-A679-D92DC6C2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81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AE755-43A7-4124-B426-D8717DC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85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Quick, Preference, or Roommate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DB68E-3492-4A09-8E4F-24596030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24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40EAA-AC1E-4DAB-93A6-6B069523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81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CCB07-F64D-4EA2-8199-926FE1E8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C1A94-4FE0-4792-8FFD-6C6A8F86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581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Connect Safely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E85DE-E343-435B-90D7-AAD4BF43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85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Send request; room revealed only on accept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F9220-7D61-45ED-87DB-01581FB2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Scoring 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9DA22-6F2D-4690-ADB3-8A774EA0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5B66C-6090-488E-A29F-A7E9285F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575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C28C4-C566-4558-B0F0-FDAB2146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575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69F1B-AF86-455B-A3BA-CF550907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Proximity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4A13AA-1698-4065-B61C-5388702A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766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C542B-F3D5-4FB0-8488-BEAF1A32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766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Same block / same hostel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0D644-6D22-4574-A4C0-26916918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B6945C-A57F-45FB-9505-32FD2F4A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6BFC3-EA07-4818-9A07-177F9188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957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Their strong subject matches your need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BA6555-CA64-482A-9EB2-841FA2F1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Academic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DFD8CE-C1BF-488D-A52C-5292311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15F54E-9464-47A5-9DDB-5161B4D1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148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Same branch + same year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8E0208-0054-4B16-80C9-16678336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F485FE-5D1F-4EF0-A264-2FFFFFDD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339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73A112-B3A8-4E64-8624-8E515270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339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Same state / language familiarity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8CFC97-927B-4758-896A-D3504BC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42481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903C99-5A97-409E-8769-F0FABA3E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Live example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7F3C23-AE92-4785-BEDB-A8C9051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Saravanavelu -&gt; Muthu Pandi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58F891-7CD7-4485-AADF-E9575FCE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719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Same block + DSA Expert + same branch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A9C264-AB2E-4714-A844-1DB4E1C2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482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40 + 30 + 10 = 80% Match</a:t>
            </a:r>
          </a:p>
        </p:txBody>
      </p:sp>
    </p:spTree>
    <p:extLst>
      <p:ext uri="{BB962C8B-B14F-4D97-AF65-F5344CB8AC3E}">
        <p14:creationId xmlns:p14="http://schemas.microsoft.com/office/powerpoint/2010/main" val="722776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324CCFFA-11EB-40E3-AEAA-4F27A496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18522-502C-4CF6-97B3-5926AFED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SLIDE 4 - SYSTEM ARCHITECTURE + TECH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B4E5B-2453-414B-BAED-B8798C7E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System Architecture + Tech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E4B27-17E4-44EF-BA1A-BDF1C0A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C5F2E-17B9-4D47-8ADC-5AFC4227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4924A-57C2-465E-BA00-87E13EC6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3C227-2994-464C-8D60-1097AB98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838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8F4BC-1621-4CD5-A3B1-5A6D2D45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4160B-0EE2-4354-AB16-35F83AA7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HTML, CSS, Vanilla JS</a:t>
            </a:r>
          </a:p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Register, Dashboard, Match,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36BCC-55E4-4FAA-B815-D378B882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2838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974FC-8E6F-4434-84F5-A6EE9DEA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09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Node.js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B5A31-AC83-462C-A073-826431BA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52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Express REST API</a:t>
            </a:r>
          </a:p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Auth, users, requests, rooms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48FD9-C0E2-4E09-ADC6-CFEE074F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57350"/>
            <a:ext cx="2838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9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8951C-2C53-4CAE-B737-267F67E7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MongoDB Atlas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407E2-74F9-476C-B5CD-CFC842BA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Cloud database</a:t>
            </a:r>
          </a:p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Persistent user/project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EB6B2-3C53-4017-B336-65881EA3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288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17201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7421A-FA7B-42E6-BCBE-20F70E94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17201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A49C1-2B2C-480D-83ED-9F5F7890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17201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0E350-0E8F-41F2-9EE2-32CE99CE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71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17201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B61B2-5B28-43BF-BBBE-A2F1F2CE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New stack 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CDA0C-1B66-413C-B709-BF42C3F3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D669F-D4D7-4C96-A971-55978931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19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78A46-5FD0-4652-ABFA-BBB7F4DF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29613-AB92-4701-9DA8-C78C709C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7B8C8-A93E-4053-B7F0-E5EB4DFE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9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Vanilla HTML/CSS/JS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6BADC-AC0D-431D-854F-0283F8BD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Browser UI and matching screens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6591E-00AE-4207-9303-71EFF998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86C76-CF84-43BD-BF69-64AE74C5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Node.js + Express.js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DC405-6390-4F6A-A617-9DAD900B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REST API, authentication, routes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C9B3B4-D8D5-4277-BF56-28971F85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717119-93A3-416A-95B2-D55AD64F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MongoDB Atlas + Mongoose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67E79-DD0A-4592-8439-207C4076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Cloud persistence and schemas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EA2015-B497-4B10-96C7-BA3C275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17EB2-6FE3-4981-987B-35DA88F7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PBKDF2 + HMAC token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FBDDF2-0C3B-4DEB-B2C7-E87B0E93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197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Password hashing and route protection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EA21B5-9D76-48B0-AB63-27452D86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381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F5AD5E-EC45-4240-BAF7-F9E5C0BE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Important update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5D41C3-7F65-4541-9DA5-71FDE30A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71950"/>
            <a:ext cx="1962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current system uses Node.js backend + MongoDB Atlas, not localStorage-only storage.</a:t>
            </a:r>
          </a:p>
        </p:txBody>
      </p:sp>
    </p:spTree>
    <p:extLst>
      <p:ext uri="{BB962C8B-B14F-4D97-AF65-F5344CB8AC3E}">
        <p14:creationId xmlns:p14="http://schemas.microsoft.com/office/powerpoint/2010/main" val="1024592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4F069915-25D6-407D-AE52-DA67E5B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53980-D0F6-4F17-831E-0D823649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SLIDE 5 - FEATURES SHOWCASE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A701D-39B1-4CFD-A40A-BB0ABE08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Features Showcase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CCBFD-4A9E-43CC-A7AC-CD7C449B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40AEF-2079-4089-B82C-5B13BE18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B3A16-39FB-4754-BC66-6A9F9BB0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B289A-2D6B-4287-AAB8-1ADED239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Left: matching, map, privacy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F9B2B-B7AE-4EB9-85AF-2928A857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Right: study workflow and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DEC6D-8918-4DE8-84D8-1A04799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D102A-21CE-4035-9679-9E16E143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Quick 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25D1E-6960-4556-9066-F291B7A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19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Instant help using availability and proximity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DB9FD-0297-49E6-8726-F43FF880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8D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99281-667B-424C-A584-38C8629C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Preference 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84F17-2140-4033-B57B-9DF3E77C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051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Weighted score using skill, academic, state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7330B-C695-4235-B0C0-B20A3D06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CAA87-2EC9-4F0B-A8F6-18B32822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Roommate 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9E3EF-4838-405B-9195-D8C21E2C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909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Lifestyle match for sleep, study style, habits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EBFDB-8C66-4D95-ACC2-E1734A15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8D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48478-0CA9-4ABD-9459-DEB550EC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Hostel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532D9-F4C3-4250-893F-2127EFE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767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Visual room/block map scoped to own hostel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6C043-5ECD-4D4D-AECE-E44F8545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BC011-997E-4B97-93C4-E2D803E0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Privacy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73461-C126-446B-B6B5-F4FF4C92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625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Room revealed only after request is accepted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85790-E55D-4289-9F16-DB0021A4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1C2839-D936-4684-9666-64AC8FEB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Study Sessions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7968A-49E7-479D-A275-4D7C235A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19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Propose, confirm, complete, and rate sessions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44101-66FE-49A5-827E-BE4233E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8D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7838B5-8013-4565-9931-BABF6B09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Group Study Rooms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25816-AD19-47EE-BE41-98DF2764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Create and join shared learning rooms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EB0584-D8C7-4984-BBD1-5CA6E5AC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147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7290E0-A3B3-4FA5-B8A2-EDBFF274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D43E4-5EAC-4ECB-93BD-D06A3FDB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Message connected students safely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310216-5D48-4563-B6EF-86834CA0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8D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6741AB-5092-44D2-8E8B-C8D2BDAD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76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Admin Panel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B2F07-47D9-4F49-B7C7-1081F6FF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767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 management, statistics, moderation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1C02F5-A64D-4E27-99DA-F0426D33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4400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9BE70E-C510-4E9B-9896-1594C38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Pomodoro Timer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3767F7-C8E9-4730-ADE3-96D999FF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25-minute focus timer and brain-break game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D273E5-95B6-4CE4-BE04-920A506F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9973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25E5ABA5-24CA-4715-B5FB-B3DF8FE4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20370-4E32-466A-A9F9-771E9BD4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SLIDE 6 - TESTING &amp;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B1460-EB92-495F-B0E8-31418247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Testing &amp;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7755F-80D2-48FD-8915-D90EA4A9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2BAB2-3F36-4DE7-8769-DE5C5D3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C6949-6FF5-40A4-A959-0DCDA844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07295-A04C-48DC-9E10-3C2B1E93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01981-A56E-41D2-93E3-31F37120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45620-B1EE-471B-ADC7-83B534DA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908B7-A20A-4C34-9D36-01663D11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All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8C555-AF31-4FE2-AC0A-AB72C6F9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8E361-F340-4434-80E6-709160BC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29AED-9106-40A7-A3E7-6EB20942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gender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71038-1892-4DA5-9744-F88CEE40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Male/Female scoped correctly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5C549-E31A-4A9B-8F8C-00EDE4C2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9F93C-B6F7-4880-AE66-6C319EA5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9EA81-13D7-43A7-8EAE-2F77BE42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0E87E-51C8-4FC6-9D2C-0024E81B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Room hidden until accept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541D2-C097-4BDC-B765-9005B7A8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3789E-ACF5-4ACB-A837-AB37E9F1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&lt;1.5s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4A059-EED0-4D0B-B683-B727AB0A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5B143-BCB9-406C-8920-0DF7DE4E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Fast local page 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E58DF-01BF-4D39-BF0C-9AC897A5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22093-2D1E-41DA-AE6A-2F78A52A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PBKDF2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389F7-F613-435F-BF8F-CF5FEE2E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CDB76-21FD-4C46-AD45-1A2812A5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Password hashing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6FC796-D02E-44D5-883C-6F133E7B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Small summary table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B2A45F-2196-4703-A260-F973841F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7AEAD0-DBDB-4073-9E71-28499E9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242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0F2211-CD91-4D2B-AB15-5BFA267F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A52140-0BCD-4B4C-9699-9B940A5D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4D149-CF5B-4D18-9EDB-76ACB8E0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Quick, Preference and Roommate algorithms verified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52F173-C430-4390-8F7B-111FFF2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862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9DDD35-710C-4489-A557-4E9EB7D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656DB1-E24A-49B8-B237-FC282B71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481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Names/rooms hidden until mutual connection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FBC3E1-A9A8-4252-AA66-028509B2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48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4F913C-FCC0-4CC5-9C1C-3BD47A06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Gender safety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EB99E5-8395-4124-8750-5EB4B0A6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10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100% same-gender/hostel scoped results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E17CCA-EBBB-48DC-A19A-F1E69D5A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101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0F1795-B909-4C21-962D-A3A9F07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FEE44D-01AD-4DD7-AD59-4881937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72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Pages load under 1.5 seconds; API under 200ms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F834B5-9033-445C-A222-0DB477E3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720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6F3241-7D4B-4B69-A83B-FB6BA7A1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F11955-30C0-4539-A10A-E82D48B4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PBKDF2 hashing, HMAC token, rate limiting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E72530-B90D-40C0-B572-050F6EE2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340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456553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B61055CD-C6E0-4CC8-8693-802588A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11985-8E5B-4F3B-9B75-41B4C9F0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SLIDE 7 - CONCLUSION +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076D8-7E57-4F87-8197-DE4FE18B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Conclusion + Future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A5050-E66D-4C73-861A-E65CF2EA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6E1AD-3F2C-4F16-B1F1-DE4D29E4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28829-3CBF-4E69-89E0-7DDAF0CE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F8ABE-605D-41D7-A1BC-2E43FE58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What We Built vs Future 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81462-2180-471E-B64E-360FD14C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We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D3EE2-96A5-45AD-AD35-84181B8E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262FA-D586-4F88-A40B-AC6F5DA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Registration + skill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B3F3C-949B-455E-A598-057F5DEF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College email OTP 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7CE1B-6483-422F-9E4A-8B11934E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Gender-safe matching + hostel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6A981-F0A7-4BFB-BAEA-6864ABB2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Hostel authority 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F0EAA-A777-4F6F-BAF9-ED2C53C6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Room reveal after accept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F508B-063F-4760-8EEE-0A02F1BD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Reputation and helper leaderboard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0FA42-E288-4FE7-BFC9-08E91DE9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Chat with polling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E607C-EAB2-449E-B66A-DDA4F4E7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WebSocket real-time chat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75724-4181-4D01-8477-8D2A2C43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Browser web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3BB3E-D4C8-4B10-B6AF-04BCF9B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PWA with push notifications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4DB69-2F8D-4951-9790-7DB9A113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 future scope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F9C2D-7125-4D6D-8560-0183D6D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DEFD8-15D6-4798-8AC0-0B2BA164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WebSocket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999DA-E715-4B73-B4AD-D01D1A14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764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Real-time chat and live hostel map updates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4761A-E34D-4265-B83D-A4F6EFA9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989BD-5156-4436-B92C-F13A6E56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479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PWA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BFB185-C661-4240-82A3-EDC6098C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479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Installable mobile app with push notifications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3B2725-C92F-416A-A57F-F2872758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4FA41E-A89E-4C11-A438-FCBD6562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194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AI matching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9B266-F767-43D7-B3F9-5D251B5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194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Learning from ratings and session outcomes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FF9E2-F1B9-4696-B39E-B87A4FCB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5084D0-3A1C-49A1-B2F3-853BE591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909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493D"/>
                </a:solidFill>
                <a:latin typeface="Aptos"/>
                <a:ea typeface="Aptos"/>
                <a:cs typeface="Aptos"/>
              </a:rPr>
              <a:t>Hostel authority integration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9A857A-3A8B-4195-939F-2A3947A7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909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Verified rooms and admin approval 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692B2F-E1BE-4591-9309-DC4E68EF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210D7E-540C-404F-AF97-07F3B258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624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Multi-language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CA5708-375E-4B44-9804-776C3A25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624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Tamil/English support for wider adoption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A60279-741E-4247-91AA-147FE4E9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10201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C71F5A-A3C3-4D9E-994F-BFEA239A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881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"Other apps connect friends. INAI connects knowledge."</a:t>
            </a:r>
          </a:p>
        </p:txBody>
      </p:sp>
    </p:spTree>
    <p:extLst>
      <p:ext uri="{BB962C8B-B14F-4D97-AF65-F5344CB8AC3E}">
        <p14:creationId xmlns:p14="http://schemas.microsoft.com/office/powerpoint/2010/main" val="2115915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2026-06-08T14:41:54.8020000Z</dcterms:created>
  <dcterms:modified xsi:type="dcterms:W3CDTF">2026-06-08T14:41:54.8020000Z</dcterms:modified>
</coreProperties>
</file>