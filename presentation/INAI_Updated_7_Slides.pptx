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C4C5AC-42F3-43B6-8071-C0363982A478}" v="5" dt="2026-06-08T16:21:20.0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66" d="100"/>
          <a:sy n="66" d="100"/>
        </p:scale>
        <p:origin x="48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ppillaiMeeran A" userId="df1ef35d0eadfa24" providerId="LiveId" clId="{88D46C5A-2633-4481-8A4B-5A11211D5E64}"/>
    <pc:docChg chg="undo redo custSel modSld">
      <pc:chgData name="MappillaiMeeran A" userId="df1ef35d0eadfa24" providerId="LiveId" clId="{88D46C5A-2633-4481-8A4B-5A11211D5E64}" dt="2026-06-08T16:29:43.155" v="261" actId="1076"/>
      <pc:docMkLst>
        <pc:docMk/>
      </pc:docMkLst>
      <pc:sldChg chg="addSp delSp modSp mod">
        <pc:chgData name="MappillaiMeeran A" userId="df1ef35d0eadfa24" providerId="LiveId" clId="{88D46C5A-2633-4481-8A4B-5A11211D5E64}" dt="2026-06-08T16:23:10.382" v="238" actId="478"/>
        <pc:sldMkLst>
          <pc:docMk/>
          <pc:sldMk cId="882871997" sldId="256"/>
        </pc:sldMkLst>
        <pc:spChg chg="mod">
          <ac:chgData name="MappillaiMeeran A" userId="df1ef35d0eadfa24" providerId="LiveId" clId="{88D46C5A-2633-4481-8A4B-5A11211D5E64}" dt="2026-06-08T15:27:34.939" v="21" actId="255"/>
          <ac:spMkLst>
            <pc:docMk/>
            <pc:sldMk cId="882871997" sldId="256"/>
            <ac:spMk id="3" creationId="{9D3D733D-7C30-4F7E-AD76-213749AE1524}"/>
          </ac:spMkLst>
        </pc:spChg>
        <pc:spChg chg="mod">
          <ac:chgData name="MappillaiMeeran A" userId="df1ef35d0eadfa24" providerId="LiveId" clId="{88D46C5A-2633-4481-8A4B-5A11211D5E64}" dt="2026-06-08T16:16:11.374" v="195" actId="1076"/>
          <ac:spMkLst>
            <pc:docMk/>
            <pc:sldMk cId="882871997" sldId="256"/>
            <ac:spMk id="4" creationId="{97135475-27AF-44CE-88F1-BB5C6C415E86}"/>
          </ac:spMkLst>
        </pc:spChg>
        <pc:spChg chg="mod">
          <ac:chgData name="MappillaiMeeran A" userId="df1ef35d0eadfa24" providerId="LiveId" clId="{88D46C5A-2633-4481-8A4B-5A11211D5E64}" dt="2026-06-08T15:27:42.180" v="22" actId="113"/>
          <ac:spMkLst>
            <pc:docMk/>
            <pc:sldMk cId="882871997" sldId="256"/>
            <ac:spMk id="6" creationId="{F409E2BE-104F-4C6B-8330-AACBB2F43296}"/>
          </ac:spMkLst>
        </pc:spChg>
        <pc:spChg chg="mod">
          <ac:chgData name="MappillaiMeeran A" userId="df1ef35d0eadfa24" providerId="LiveId" clId="{88D46C5A-2633-4481-8A4B-5A11211D5E64}" dt="2026-06-08T15:26:51.666" v="11" actId="255"/>
          <ac:spMkLst>
            <pc:docMk/>
            <pc:sldMk cId="882871997" sldId="256"/>
            <ac:spMk id="7" creationId="{E45BCFDA-E17F-4AAA-96F4-3AE7C9647832}"/>
          </ac:spMkLst>
        </pc:spChg>
        <pc:spChg chg="mod">
          <ac:chgData name="MappillaiMeeran A" userId="df1ef35d0eadfa24" providerId="LiveId" clId="{88D46C5A-2633-4481-8A4B-5A11211D5E64}" dt="2026-06-08T15:26:56.400" v="12" actId="255"/>
          <ac:spMkLst>
            <pc:docMk/>
            <pc:sldMk cId="882871997" sldId="256"/>
            <ac:spMk id="8" creationId="{EB68B850-0074-410D-870A-47F3F9FB2411}"/>
          </ac:spMkLst>
        </pc:spChg>
        <pc:spChg chg="mod">
          <ac:chgData name="MappillaiMeeran A" userId="df1ef35d0eadfa24" providerId="LiveId" clId="{88D46C5A-2633-4481-8A4B-5A11211D5E64}" dt="2026-06-08T15:27:01.687" v="13" actId="255"/>
          <ac:spMkLst>
            <pc:docMk/>
            <pc:sldMk cId="882871997" sldId="256"/>
            <ac:spMk id="9" creationId="{001ACBDD-9D98-4458-A1AE-C121F39A17FA}"/>
          </ac:spMkLst>
        </pc:spChg>
        <pc:spChg chg="mod">
          <ac:chgData name="MappillaiMeeran A" userId="df1ef35d0eadfa24" providerId="LiveId" clId="{88D46C5A-2633-4481-8A4B-5A11211D5E64}" dt="2026-06-08T15:27:14.430" v="16" actId="20577"/>
          <ac:spMkLst>
            <pc:docMk/>
            <pc:sldMk cId="882871997" sldId="256"/>
            <ac:spMk id="10" creationId="{E096A5F8-15D0-4B6B-BE05-5DFF724CCB50}"/>
          </ac:spMkLst>
        </pc:spChg>
        <pc:spChg chg="del mod">
          <ac:chgData name="MappillaiMeeran A" userId="df1ef35d0eadfa24" providerId="LiveId" clId="{88D46C5A-2633-4481-8A4B-5A11211D5E64}" dt="2026-06-08T16:23:10.382" v="238" actId="478"/>
          <ac:spMkLst>
            <pc:docMk/>
            <pc:sldMk cId="882871997" sldId="256"/>
            <ac:spMk id="17" creationId="{E5D6904F-4D73-4FAE-8C1C-0CBEE431B820}"/>
          </ac:spMkLst>
        </pc:spChg>
        <pc:spChg chg="mod">
          <ac:chgData name="MappillaiMeeran A" userId="df1ef35d0eadfa24" providerId="LiveId" clId="{88D46C5A-2633-4481-8A4B-5A11211D5E64}" dt="2026-06-08T16:17:57.842" v="208" actId="20577"/>
          <ac:spMkLst>
            <pc:docMk/>
            <pc:sldMk cId="882871997" sldId="256"/>
            <ac:spMk id="18" creationId="{1571CBCF-CDE5-44C3-B135-ABC0FA50024A}"/>
          </ac:spMkLst>
        </pc:spChg>
        <pc:picChg chg="add del mod">
          <ac:chgData name="MappillaiMeeran A" userId="df1ef35d0eadfa24" providerId="LiveId" clId="{88D46C5A-2633-4481-8A4B-5A11211D5E64}" dt="2026-06-08T16:15:55.719" v="187" actId="478"/>
          <ac:picMkLst>
            <pc:docMk/>
            <pc:sldMk cId="882871997" sldId="256"/>
            <ac:picMk id="20" creationId="{8B676EB9-9BC4-F3FD-E67E-583E174AED33}"/>
          </ac:picMkLst>
        </pc:picChg>
        <pc:picChg chg="add del mod">
          <ac:chgData name="MappillaiMeeran A" userId="df1ef35d0eadfa24" providerId="LiveId" clId="{88D46C5A-2633-4481-8A4B-5A11211D5E64}" dt="2026-06-08T16:16:22.155" v="197" actId="478"/>
          <ac:picMkLst>
            <pc:docMk/>
            <pc:sldMk cId="882871997" sldId="256"/>
            <ac:picMk id="22" creationId="{D84287FF-A87F-4430-5639-1934C0B6635F}"/>
          </ac:picMkLst>
        </pc:picChg>
        <pc:picChg chg="add del mod">
          <ac:chgData name="MappillaiMeeran A" userId="df1ef35d0eadfa24" providerId="LiveId" clId="{88D46C5A-2633-4481-8A4B-5A11211D5E64}" dt="2026-06-08T16:17:48.266" v="207" actId="478"/>
          <ac:picMkLst>
            <pc:docMk/>
            <pc:sldMk cId="882871997" sldId="256"/>
            <ac:picMk id="24" creationId="{596602D0-D288-8D2D-B247-383E503EBCBB}"/>
          </ac:picMkLst>
        </pc:picChg>
        <pc:picChg chg="add mod modCrop">
          <ac:chgData name="MappillaiMeeran A" userId="df1ef35d0eadfa24" providerId="LiveId" clId="{88D46C5A-2633-4481-8A4B-5A11211D5E64}" dt="2026-06-08T16:19:32.241" v="214" actId="1076"/>
          <ac:picMkLst>
            <pc:docMk/>
            <pc:sldMk cId="882871997" sldId="256"/>
            <ac:picMk id="26" creationId="{E5C1C39D-6EF2-DD96-0E78-33C8C6338CE6}"/>
          </ac:picMkLst>
        </pc:picChg>
      </pc:sldChg>
      <pc:sldChg chg="addSp delSp modSp mod">
        <pc:chgData name="MappillaiMeeran A" userId="df1ef35d0eadfa24" providerId="LiveId" clId="{88D46C5A-2633-4481-8A4B-5A11211D5E64}" dt="2026-06-08T16:29:43.155" v="261" actId="1076"/>
        <pc:sldMkLst>
          <pc:docMk/>
          <pc:sldMk cId="1284234553" sldId="257"/>
        </pc:sldMkLst>
        <pc:spChg chg="mod">
          <ac:chgData name="MappillaiMeeran A" userId="df1ef35d0eadfa24" providerId="LiveId" clId="{88D46C5A-2633-4481-8A4B-5A11211D5E64}" dt="2026-06-08T15:31:32.090" v="38" actId="1076"/>
          <ac:spMkLst>
            <pc:docMk/>
            <pc:sldMk cId="1284234553" sldId="257"/>
            <ac:spMk id="3" creationId="{1B7392BB-78CC-4EEB-A93E-58DDE2191B37}"/>
          </ac:spMkLst>
        </pc:spChg>
        <pc:spChg chg="mod">
          <ac:chgData name="MappillaiMeeran A" userId="df1ef35d0eadfa24" providerId="LiveId" clId="{88D46C5A-2633-4481-8A4B-5A11211D5E64}" dt="2026-06-08T15:31:26.752" v="36" actId="58"/>
          <ac:spMkLst>
            <pc:docMk/>
            <pc:sldMk cId="1284234553" sldId="257"/>
            <ac:spMk id="7" creationId="{734BBD95-A721-4007-A646-AB9677459D74}"/>
          </ac:spMkLst>
        </pc:spChg>
        <pc:spChg chg="mod">
          <ac:chgData name="MappillaiMeeran A" userId="df1ef35d0eadfa24" providerId="LiveId" clId="{88D46C5A-2633-4481-8A4B-5A11211D5E64}" dt="2026-06-08T16:01:28.086" v="137" actId="255"/>
          <ac:spMkLst>
            <pc:docMk/>
            <pc:sldMk cId="1284234553" sldId="257"/>
            <ac:spMk id="8" creationId="{B44F635F-6458-468C-9EEB-708CA9C4A54B}"/>
          </ac:spMkLst>
        </pc:spChg>
        <pc:spChg chg="mod">
          <ac:chgData name="MappillaiMeeran A" userId="df1ef35d0eadfa24" providerId="LiveId" clId="{88D46C5A-2633-4481-8A4B-5A11211D5E64}" dt="2026-06-08T15:31:26.752" v="36" actId="58"/>
          <ac:spMkLst>
            <pc:docMk/>
            <pc:sldMk cId="1284234553" sldId="257"/>
            <ac:spMk id="10" creationId="{CD245357-2B93-47AD-B7A6-8F3D5EB05A3E}"/>
          </ac:spMkLst>
        </pc:spChg>
        <pc:spChg chg="mod">
          <ac:chgData name="MappillaiMeeran A" userId="df1ef35d0eadfa24" providerId="LiveId" clId="{88D46C5A-2633-4481-8A4B-5A11211D5E64}" dt="2026-06-08T16:01:32.923" v="138" actId="255"/>
          <ac:spMkLst>
            <pc:docMk/>
            <pc:sldMk cId="1284234553" sldId="257"/>
            <ac:spMk id="11" creationId="{DF3195DF-3E55-49C2-9B29-C40514680B1D}"/>
          </ac:spMkLst>
        </pc:spChg>
        <pc:spChg chg="mod">
          <ac:chgData name="MappillaiMeeran A" userId="df1ef35d0eadfa24" providerId="LiveId" clId="{88D46C5A-2633-4481-8A4B-5A11211D5E64}" dt="2026-06-08T15:31:26.752" v="36" actId="58"/>
          <ac:spMkLst>
            <pc:docMk/>
            <pc:sldMk cId="1284234553" sldId="257"/>
            <ac:spMk id="13" creationId="{3052E0BF-60BD-4F38-AF80-73BA2D08C94F}"/>
          </ac:spMkLst>
        </pc:spChg>
        <pc:spChg chg="mod">
          <ac:chgData name="MappillaiMeeran A" userId="df1ef35d0eadfa24" providerId="LiveId" clId="{88D46C5A-2633-4481-8A4B-5A11211D5E64}" dt="2026-06-08T16:01:36.157" v="139" actId="255"/>
          <ac:spMkLst>
            <pc:docMk/>
            <pc:sldMk cId="1284234553" sldId="257"/>
            <ac:spMk id="14" creationId="{04EDB6B2-9EB1-4E5F-8B65-21AB39D60D9F}"/>
          </ac:spMkLst>
        </pc:spChg>
        <pc:spChg chg="mod">
          <ac:chgData name="MappillaiMeeran A" userId="df1ef35d0eadfa24" providerId="LiveId" clId="{88D46C5A-2633-4481-8A4B-5A11211D5E64}" dt="2026-06-08T15:31:26.752" v="36" actId="58"/>
          <ac:spMkLst>
            <pc:docMk/>
            <pc:sldMk cId="1284234553" sldId="257"/>
            <ac:spMk id="16" creationId="{7F7779B0-272C-4FBD-AEA8-4807AFFC1B73}"/>
          </ac:spMkLst>
        </pc:spChg>
        <pc:spChg chg="mod">
          <ac:chgData name="MappillaiMeeran A" userId="df1ef35d0eadfa24" providerId="LiveId" clId="{88D46C5A-2633-4481-8A4B-5A11211D5E64}" dt="2026-06-08T16:01:39.277" v="140" actId="255"/>
          <ac:spMkLst>
            <pc:docMk/>
            <pc:sldMk cId="1284234553" sldId="257"/>
            <ac:spMk id="17" creationId="{ECC07179-D05F-4042-AB7D-4BC90F9980BF}"/>
          </ac:spMkLst>
        </pc:spChg>
        <pc:spChg chg="mod">
          <ac:chgData name="MappillaiMeeran A" userId="df1ef35d0eadfa24" providerId="LiveId" clId="{88D46C5A-2633-4481-8A4B-5A11211D5E64}" dt="2026-06-08T15:31:26.752" v="36" actId="58"/>
          <ac:spMkLst>
            <pc:docMk/>
            <pc:sldMk cId="1284234553" sldId="257"/>
            <ac:spMk id="19" creationId="{485296B0-CB47-436C-BF40-55EA0EA3DAB4}"/>
          </ac:spMkLst>
        </pc:spChg>
        <pc:spChg chg="mod">
          <ac:chgData name="MappillaiMeeran A" userId="df1ef35d0eadfa24" providerId="LiveId" clId="{88D46C5A-2633-4481-8A4B-5A11211D5E64}" dt="2026-06-08T16:01:41.966" v="141" actId="255"/>
          <ac:spMkLst>
            <pc:docMk/>
            <pc:sldMk cId="1284234553" sldId="257"/>
            <ac:spMk id="20" creationId="{D0E1B19C-B3B8-43DA-8ED5-FABF68EB74A3}"/>
          </ac:spMkLst>
        </pc:spChg>
        <pc:spChg chg="mod">
          <ac:chgData name="MappillaiMeeran A" userId="df1ef35d0eadfa24" providerId="LiveId" clId="{88D46C5A-2633-4481-8A4B-5A11211D5E64}" dt="2026-06-08T15:31:26.752" v="36" actId="58"/>
          <ac:spMkLst>
            <pc:docMk/>
            <pc:sldMk cId="1284234553" sldId="257"/>
            <ac:spMk id="22" creationId="{31B9DB0A-09E5-4F47-9FA5-E87868C09160}"/>
          </ac:spMkLst>
        </pc:spChg>
        <pc:spChg chg="mod">
          <ac:chgData name="MappillaiMeeran A" userId="df1ef35d0eadfa24" providerId="LiveId" clId="{88D46C5A-2633-4481-8A4B-5A11211D5E64}" dt="2026-06-08T16:01:45.246" v="142" actId="255"/>
          <ac:spMkLst>
            <pc:docMk/>
            <pc:sldMk cId="1284234553" sldId="257"/>
            <ac:spMk id="23" creationId="{A216FFD9-FFE1-4A1D-ABD1-41CC10820243}"/>
          </ac:spMkLst>
        </pc:spChg>
        <pc:spChg chg="mod">
          <ac:chgData name="MappillaiMeeran A" userId="df1ef35d0eadfa24" providerId="LiveId" clId="{88D46C5A-2633-4481-8A4B-5A11211D5E64}" dt="2026-06-08T15:31:39.429" v="40" actId="58"/>
          <ac:spMkLst>
            <pc:docMk/>
            <pc:sldMk cId="1284234553" sldId="257"/>
            <ac:spMk id="24" creationId="{8A8B97E0-F81A-42F6-9357-B7055709ED30}"/>
          </ac:spMkLst>
        </pc:spChg>
        <pc:spChg chg="mod">
          <ac:chgData name="MappillaiMeeran A" userId="df1ef35d0eadfa24" providerId="LiveId" clId="{88D46C5A-2633-4481-8A4B-5A11211D5E64}" dt="2026-06-08T16:02:26.789" v="143" actId="255"/>
          <ac:spMkLst>
            <pc:docMk/>
            <pc:sldMk cId="1284234553" sldId="257"/>
            <ac:spMk id="25" creationId="{3F90EA5F-C6A7-44C7-823F-21CD105F244F}"/>
          </ac:spMkLst>
        </pc:spChg>
        <pc:spChg chg="mod">
          <ac:chgData name="MappillaiMeeran A" userId="df1ef35d0eadfa24" providerId="LiveId" clId="{88D46C5A-2633-4481-8A4B-5A11211D5E64}" dt="2026-06-08T16:02:52.862" v="148" actId="255"/>
          <ac:spMkLst>
            <pc:docMk/>
            <pc:sldMk cId="1284234553" sldId="257"/>
            <ac:spMk id="26" creationId="{AF7DEB42-2E98-4375-AA3E-18985D194D64}"/>
          </ac:spMkLst>
        </pc:spChg>
        <pc:spChg chg="mod">
          <ac:chgData name="MappillaiMeeran A" userId="df1ef35d0eadfa24" providerId="LiveId" clId="{88D46C5A-2633-4481-8A4B-5A11211D5E64}" dt="2026-06-08T16:03:15.541" v="153" actId="255"/>
          <ac:spMkLst>
            <pc:docMk/>
            <pc:sldMk cId="1284234553" sldId="257"/>
            <ac:spMk id="27" creationId="{4630DCFB-25E2-4E42-87F5-2D71E127C6E6}"/>
          </ac:spMkLst>
        </pc:spChg>
        <pc:spChg chg="mod">
          <ac:chgData name="MappillaiMeeran A" userId="df1ef35d0eadfa24" providerId="LiveId" clId="{88D46C5A-2633-4481-8A4B-5A11211D5E64}" dt="2026-06-08T16:02:33.252" v="144" actId="255"/>
          <ac:spMkLst>
            <pc:docMk/>
            <pc:sldMk cId="1284234553" sldId="257"/>
            <ac:spMk id="28" creationId="{08F896E0-C797-437B-ADD7-3F439D08EC29}"/>
          </ac:spMkLst>
        </pc:spChg>
        <pc:spChg chg="mod">
          <ac:chgData name="MappillaiMeeran A" userId="df1ef35d0eadfa24" providerId="LiveId" clId="{88D46C5A-2633-4481-8A4B-5A11211D5E64}" dt="2026-06-08T16:02:56.510" v="149" actId="255"/>
          <ac:spMkLst>
            <pc:docMk/>
            <pc:sldMk cId="1284234553" sldId="257"/>
            <ac:spMk id="29" creationId="{7B326A47-2B50-4BE4-A2C5-296265515BA5}"/>
          </ac:spMkLst>
        </pc:spChg>
        <pc:spChg chg="mod">
          <ac:chgData name="MappillaiMeeran A" userId="df1ef35d0eadfa24" providerId="LiveId" clId="{88D46C5A-2633-4481-8A4B-5A11211D5E64}" dt="2026-06-08T16:03:18.766" v="154" actId="255"/>
          <ac:spMkLst>
            <pc:docMk/>
            <pc:sldMk cId="1284234553" sldId="257"/>
            <ac:spMk id="30" creationId="{F0F18EB8-DFA6-4912-9045-076333EE5993}"/>
          </ac:spMkLst>
        </pc:spChg>
        <pc:spChg chg="mod">
          <ac:chgData name="MappillaiMeeran A" userId="df1ef35d0eadfa24" providerId="LiveId" clId="{88D46C5A-2633-4481-8A4B-5A11211D5E64}" dt="2026-06-08T16:02:38.092" v="145" actId="255"/>
          <ac:spMkLst>
            <pc:docMk/>
            <pc:sldMk cId="1284234553" sldId="257"/>
            <ac:spMk id="31" creationId="{AB673CA2-5E73-4659-AF48-D26001AEDB7C}"/>
          </ac:spMkLst>
        </pc:spChg>
        <pc:spChg chg="mod">
          <ac:chgData name="MappillaiMeeran A" userId="df1ef35d0eadfa24" providerId="LiveId" clId="{88D46C5A-2633-4481-8A4B-5A11211D5E64}" dt="2026-06-08T16:03:00.964" v="150" actId="255"/>
          <ac:spMkLst>
            <pc:docMk/>
            <pc:sldMk cId="1284234553" sldId="257"/>
            <ac:spMk id="32" creationId="{5B310980-99D7-4617-9696-84B8D4BE6870}"/>
          </ac:spMkLst>
        </pc:spChg>
        <pc:spChg chg="mod">
          <ac:chgData name="MappillaiMeeran A" userId="df1ef35d0eadfa24" providerId="LiveId" clId="{88D46C5A-2633-4481-8A4B-5A11211D5E64}" dt="2026-06-08T16:03:22.369" v="155" actId="255"/>
          <ac:spMkLst>
            <pc:docMk/>
            <pc:sldMk cId="1284234553" sldId="257"/>
            <ac:spMk id="33" creationId="{B891E61B-8A40-4C96-B68D-85554C245E1D}"/>
          </ac:spMkLst>
        </pc:spChg>
        <pc:spChg chg="mod">
          <ac:chgData name="MappillaiMeeran A" userId="df1ef35d0eadfa24" providerId="LiveId" clId="{88D46C5A-2633-4481-8A4B-5A11211D5E64}" dt="2026-06-08T16:02:45.662" v="146" actId="255"/>
          <ac:spMkLst>
            <pc:docMk/>
            <pc:sldMk cId="1284234553" sldId="257"/>
            <ac:spMk id="34" creationId="{6021DE49-8232-4EDB-B2EB-263F8AFCA5DF}"/>
          </ac:spMkLst>
        </pc:spChg>
        <pc:spChg chg="mod">
          <ac:chgData name="MappillaiMeeran A" userId="df1ef35d0eadfa24" providerId="LiveId" clId="{88D46C5A-2633-4481-8A4B-5A11211D5E64}" dt="2026-06-08T16:03:04.892" v="151" actId="255"/>
          <ac:spMkLst>
            <pc:docMk/>
            <pc:sldMk cId="1284234553" sldId="257"/>
            <ac:spMk id="35" creationId="{80185CC5-2EF8-4914-9499-3ACAAFD68DB5}"/>
          </ac:spMkLst>
        </pc:spChg>
        <pc:spChg chg="mod">
          <ac:chgData name="MappillaiMeeran A" userId="df1ef35d0eadfa24" providerId="LiveId" clId="{88D46C5A-2633-4481-8A4B-5A11211D5E64}" dt="2026-06-08T16:03:26.331" v="156" actId="255"/>
          <ac:spMkLst>
            <pc:docMk/>
            <pc:sldMk cId="1284234553" sldId="257"/>
            <ac:spMk id="36" creationId="{3811F008-C9EC-44D8-B498-8539CB4F3B4A}"/>
          </ac:spMkLst>
        </pc:spChg>
        <pc:spChg chg="mod">
          <ac:chgData name="MappillaiMeeran A" userId="df1ef35d0eadfa24" providerId="LiveId" clId="{88D46C5A-2633-4481-8A4B-5A11211D5E64}" dt="2026-06-08T16:02:48.988" v="147" actId="255"/>
          <ac:spMkLst>
            <pc:docMk/>
            <pc:sldMk cId="1284234553" sldId="257"/>
            <ac:spMk id="37" creationId="{2ECEAED0-EDB2-423F-8A99-D2EFDCC46751}"/>
          </ac:spMkLst>
        </pc:spChg>
        <pc:spChg chg="mod">
          <ac:chgData name="MappillaiMeeran A" userId="df1ef35d0eadfa24" providerId="LiveId" clId="{88D46C5A-2633-4481-8A4B-5A11211D5E64}" dt="2026-06-08T16:03:11.059" v="152" actId="255"/>
          <ac:spMkLst>
            <pc:docMk/>
            <pc:sldMk cId="1284234553" sldId="257"/>
            <ac:spMk id="38" creationId="{483C5D70-6260-4CA6-B7DF-35ABE0DEB8E4}"/>
          </ac:spMkLst>
        </pc:spChg>
        <pc:spChg chg="mod">
          <ac:chgData name="MappillaiMeeran A" userId="df1ef35d0eadfa24" providerId="LiveId" clId="{88D46C5A-2633-4481-8A4B-5A11211D5E64}" dt="2026-06-08T16:03:30.656" v="157" actId="255"/>
          <ac:spMkLst>
            <pc:docMk/>
            <pc:sldMk cId="1284234553" sldId="257"/>
            <ac:spMk id="39" creationId="{C8EE568C-95F2-4738-8CB7-7FA667DD7733}"/>
          </ac:spMkLst>
        </pc:spChg>
        <pc:spChg chg="mod">
          <ac:chgData name="MappillaiMeeran A" userId="df1ef35d0eadfa24" providerId="LiveId" clId="{88D46C5A-2633-4481-8A4B-5A11211D5E64}" dt="2026-06-08T16:29:43.155" v="261" actId="1076"/>
          <ac:spMkLst>
            <pc:docMk/>
            <pc:sldMk cId="1284234553" sldId="257"/>
            <ac:spMk id="41" creationId="{DA4B58BB-2E7A-4EB7-B0A7-E3BB2CCDDF53}"/>
          </ac:spMkLst>
        </pc:spChg>
        <pc:spChg chg="mod">
          <ac:chgData name="MappillaiMeeran A" userId="df1ef35d0eadfa24" providerId="LiveId" clId="{88D46C5A-2633-4481-8A4B-5A11211D5E64}" dt="2026-06-08T15:28:03.097" v="23" actId="113"/>
          <ac:spMkLst>
            <pc:docMk/>
            <pc:sldMk cId="1284234553" sldId="257"/>
            <ac:spMk id="42" creationId="{AEBE5BAD-DD99-4930-B7F2-679DBA14A9D1}"/>
          </ac:spMkLst>
        </pc:spChg>
        <pc:spChg chg="mod">
          <ac:chgData name="MappillaiMeeran A" userId="df1ef35d0eadfa24" providerId="LiveId" clId="{88D46C5A-2633-4481-8A4B-5A11211D5E64}" dt="2026-06-08T16:28:34.369" v="253" actId="255"/>
          <ac:spMkLst>
            <pc:docMk/>
            <pc:sldMk cId="1284234553" sldId="257"/>
            <ac:spMk id="43" creationId="{F7113EE5-7FDB-45C3-A930-319C49CD786C}"/>
          </ac:spMkLst>
        </pc:spChg>
        <pc:picChg chg="add del mod">
          <ac:chgData name="MappillaiMeeran A" userId="df1ef35d0eadfa24" providerId="LiveId" clId="{88D46C5A-2633-4481-8A4B-5A11211D5E64}" dt="2026-06-08T16:19:54.830" v="216" actId="478"/>
          <ac:picMkLst>
            <pc:docMk/>
            <pc:sldMk cId="1284234553" sldId="257"/>
            <ac:picMk id="45" creationId="{E5BC5EA9-DE08-39E9-304A-1D67C8227422}"/>
          </ac:picMkLst>
        </pc:picChg>
        <pc:picChg chg="add del mod">
          <ac:chgData name="MappillaiMeeran A" userId="df1ef35d0eadfa24" providerId="LiveId" clId="{88D46C5A-2633-4481-8A4B-5A11211D5E64}" dt="2026-06-08T16:20:20.520" v="220" actId="478"/>
          <ac:picMkLst>
            <pc:docMk/>
            <pc:sldMk cId="1284234553" sldId="257"/>
            <ac:picMk id="47" creationId="{D2F8AFFE-38C3-F6EE-9978-678F0FFB010E}"/>
          </ac:picMkLst>
        </pc:picChg>
        <pc:picChg chg="add mod">
          <ac:chgData name="MappillaiMeeran A" userId="df1ef35d0eadfa24" providerId="LiveId" clId="{88D46C5A-2633-4481-8A4B-5A11211D5E64}" dt="2026-06-08T16:20:41.700" v="223" actId="1076"/>
          <ac:picMkLst>
            <pc:docMk/>
            <pc:sldMk cId="1284234553" sldId="257"/>
            <ac:picMk id="49" creationId="{FA65802C-CA81-F89A-86A4-29806AECAC95}"/>
          </ac:picMkLst>
        </pc:picChg>
      </pc:sldChg>
      <pc:sldChg chg="addSp modSp mod">
        <pc:chgData name="MappillaiMeeran A" userId="df1ef35d0eadfa24" providerId="LiveId" clId="{88D46C5A-2633-4481-8A4B-5A11211D5E64}" dt="2026-06-08T16:28:42.410" v="254" actId="255"/>
        <pc:sldMkLst>
          <pc:docMk/>
          <pc:sldMk cId="491296714" sldId="258"/>
        </pc:sldMkLst>
        <pc:spChg chg="mod">
          <ac:chgData name="MappillaiMeeran A" userId="df1ef35d0eadfa24" providerId="LiveId" clId="{88D46C5A-2633-4481-8A4B-5A11211D5E64}" dt="2026-06-08T15:24:49.487" v="3" actId="14100"/>
          <ac:spMkLst>
            <pc:docMk/>
            <pc:sldMk cId="491296714" sldId="258"/>
            <ac:spMk id="3" creationId="{7FD65E3A-8D5A-4F45-8D11-E950E17B26F4}"/>
          </ac:spMkLst>
        </pc:spChg>
        <pc:spChg chg="mod">
          <ac:chgData name="MappillaiMeeran A" userId="df1ef35d0eadfa24" providerId="LiveId" clId="{88D46C5A-2633-4481-8A4B-5A11211D5E64}" dt="2026-06-08T16:22:22.100" v="232" actId="255"/>
          <ac:spMkLst>
            <pc:docMk/>
            <pc:sldMk cId="491296714" sldId="258"/>
            <ac:spMk id="7" creationId="{FA428C59-30C8-4FC4-811A-5AE90756DF84}"/>
          </ac:spMkLst>
        </pc:spChg>
        <pc:spChg chg="mod">
          <ac:chgData name="MappillaiMeeran A" userId="df1ef35d0eadfa24" providerId="LiveId" clId="{88D46C5A-2633-4481-8A4B-5A11211D5E64}" dt="2026-06-08T16:10:30.192" v="172" actId="255"/>
          <ac:spMkLst>
            <pc:docMk/>
            <pc:sldMk cId="491296714" sldId="258"/>
            <ac:spMk id="8" creationId="{11D61A61-2E03-4E7B-B8F3-9479EA0176C9}"/>
          </ac:spMkLst>
        </pc:spChg>
        <pc:spChg chg="mod">
          <ac:chgData name="MappillaiMeeran A" userId="df1ef35d0eadfa24" providerId="LiveId" clId="{88D46C5A-2633-4481-8A4B-5A11211D5E64}" dt="2026-06-08T15:32:43.115" v="50" actId="255"/>
          <ac:spMkLst>
            <pc:docMk/>
            <pc:sldMk cId="491296714" sldId="258"/>
            <ac:spMk id="9" creationId="{E44F3616-7F89-4960-AB5E-AB4E450CF969}"/>
          </ac:spMkLst>
        </pc:spChg>
        <pc:spChg chg="mod">
          <ac:chgData name="MappillaiMeeran A" userId="df1ef35d0eadfa24" providerId="LiveId" clId="{88D46C5A-2633-4481-8A4B-5A11211D5E64}" dt="2026-06-08T16:22:37.434" v="233" actId="255"/>
          <ac:spMkLst>
            <pc:docMk/>
            <pc:sldMk cId="491296714" sldId="258"/>
            <ac:spMk id="12" creationId="{DC9091D1-FF9F-495F-8FE2-AB7E0E334792}"/>
          </ac:spMkLst>
        </pc:spChg>
        <pc:spChg chg="mod">
          <ac:chgData name="MappillaiMeeran A" userId="df1ef35d0eadfa24" providerId="LiveId" clId="{88D46C5A-2633-4481-8A4B-5A11211D5E64}" dt="2026-06-08T16:10:33.832" v="173" actId="255"/>
          <ac:spMkLst>
            <pc:docMk/>
            <pc:sldMk cId="491296714" sldId="258"/>
            <ac:spMk id="13" creationId="{34C6234C-A187-4989-8A75-4936474B5346}"/>
          </ac:spMkLst>
        </pc:spChg>
        <pc:spChg chg="mod">
          <ac:chgData name="MappillaiMeeran A" userId="df1ef35d0eadfa24" providerId="LiveId" clId="{88D46C5A-2633-4481-8A4B-5A11211D5E64}" dt="2026-06-08T15:32:43.115" v="50" actId="255"/>
          <ac:spMkLst>
            <pc:docMk/>
            <pc:sldMk cId="491296714" sldId="258"/>
            <ac:spMk id="14" creationId="{74276484-2F4D-412D-AADD-45D6D27C6383}"/>
          </ac:spMkLst>
        </pc:spChg>
        <pc:spChg chg="mod">
          <ac:chgData name="MappillaiMeeran A" userId="df1ef35d0eadfa24" providerId="LiveId" clId="{88D46C5A-2633-4481-8A4B-5A11211D5E64}" dt="2026-06-08T16:22:43.170" v="234" actId="255"/>
          <ac:spMkLst>
            <pc:docMk/>
            <pc:sldMk cId="491296714" sldId="258"/>
            <ac:spMk id="17" creationId="{149F43BA-4183-47D4-9A73-597333C68A21}"/>
          </ac:spMkLst>
        </pc:spChg>
        <pc:spChg chg="mod">
          <ac:chgData name="MappillaiMeeran A" userId="df1ef35d0eadfa24" providerId="LiveId" clId="{88D46C5A-2633-4481-8A4B-5A11211D5E64}" dt="2026-06-08T16:10:37.090" v="174" actId="255"/>
          <ac:spMkLst>
            <pc:docMk/>
            <pc:sldMk cId="491296714" sldId="258"/>
            <ac:spMk id="18" creationId="{055DCC9A-A76E-490E-A32E-114E7E3F9927}"/>
          </ac:spMkLst>
        </pc:spChg>
        <pc:spChg chg="mod">
          <ac:chgData name="MappillaiMeeran A" userId="df1ef35d0eadfa24" providerId="LiveId" clId="{88D46C5A-2633-4481-8A4B-5A11211D5E64}" dt="2026-06-08T15:32:43.115" v="50" actId="255"/>
          <ac:spMkLst>
            <pc:docMk/>
            <pc:sldMk cId="491296714" sldId="258"/>
            <ac:spMk id="19" creationId="{99752402-6510-4AE0-982D-E5CD2219B5F8}"/>
          </ac:spMkLst>
        </pc:spChg>
        <pc:spChg chg="mod">
          <ac:chgData name="MappillaiMeeran A" userId="df1ef35d0eadfa24" providerId="LiveId" clId="{88D46C5A-2633-4481-8A4B-5A11211D5E64}" dt="2026-06-08T16:10:49.001" v="175" actId="255"/>
          <ac:spMkLst>
            <pc:docMk/>
            <pc:sldMk cId="491296714" sldId="258"/>
            <ac:spMk id="20" creationId="{EF28CE62-3320-474D-880F-E979A3D04FCF}"/>
          </ac:spMkLst>
        </pc:spChg>
        <pc:spChg chg="mod">
          <ac:chgData name="MappillaiMeeran A" userId="df1ef35d0eadfa24" providerId="LiveId" clId="{88D46C5A-2633-4481-8A4B-5A11211D5E64}" dt="2026-06-08T15:32:23.440" v="49" actId="255"/>
          <ac:spMkLst>
            <pc:docMk/>
            <pc:sldMk cId="491296714" sldId="258"/>
            <ac:spMk id="21" creationId="{D9D83FB7-4A99-4824-86D0-D074C0ED950F}"/>
          </ac:spMkLst>
        </pc:spChg>
        <pc:spChg chg="mod">
          <ac:chgData name="MappillaiMeeran A" userId="df1ef35d0eadfa24" providerId="LiveId" clId="{88D46C5A-2633-4481-8A4B-5A11211D5E64}" dt="2026-06-08T15:32:23.440" v="49" actId="255"/>
          <ac:spMkLst>
            <pc:docMk/>
            <pc:sldMk cId="491296714" sldId="258"/>
            <ac:spMk id="23" creationId="{7F77C166-49CD-40FC-A822-2DB8854B8479}"/>
          </ac:spMkLst>
        </pc:spChg>
        <pc:spChg chg="mod">
          <ac:chgData name="MappillaiMeeran A" userId="df1ef35d0eadfa24" providerId="LiveId" clId="{88D46C5A-2633-4481-8A4B-5A11211D5E64}" dt="2026-06-08T15:32:23.440" v="49" actId="255"/>
          <ac:spMkLst>
            <pc:docMk/>
            <pc:sldMk cId="491296714" sldId="258"/>
            <ac:spMk id="24" creationId="{3002A6E7-3CFA-4A29-A3CF-A1DCC058F7A0}"/>
          </ac:spMkLst>
        </pc:spChg>
        <pc:spChg chg="mod">
          <ac:chgData name="MappillaiMeeran A" userId="df1ef35d0eadfa24" providerId="LiveId" clId="{88D46C5A-2633-4481-8A4B-5A11211D5E64}" dt="2026-06-08T15:31:53.805" v="46" actId="58"/>
          <ac:spMkLst>
            <pc:docMk/>
            <pc:sldMk cId="491296714" sldId="258"/>
            <ac:spMk id="25" creationId="{EE6F2A50-73A9-4728-B77F-471E54A87A3A}"/>
          </ac:spMkLst>
        </pc:spChg>
        <pc:spChg chg="mod">
          <ac:chgData name="MappillaiMeeran A" userId="df1ef35d0eadfa24" providerId="LiveId" clId="{88D46C5A-2633-4481-8A4B-5A11211D5E64}" dt="2026-06-08T15:32:23.440" v="49" actId="255"/>
          <ac:spMkLst>
            <pc:docMk/>
            <pc:sldMk cId="491296714" sldId="258"/>
            <ac:spMk id="27" creationId="{A991AC55-B8BD-4D6B-8A88-4C17E1929144}"/>
          </ac:spMkLst>
        </pc:spChg>
        <pc:spChg chg="mod">
          <ac:chgData name="MappillaiMeeran A" userId="df1ef35d0eadfa24" providerId="LiveId" clId="{88D46C5A-2633-4481-8A4B-5A11211D5E64}" dt="2026-06-08T15:32:23.440" v="49" actId="255"/>
          <ac:spMkLst>
            <pc:docMk/>
            <pc:sldMk cId="491296714" sldId="258"/>
            <ac:spMk id="28" creationId="{7EF6590D-6B6A-4B63-B500-60ACCA2BECA9}"/>
          </ac:spMkLst>
        </pc:spChg>
        <pc:spChg chg="mod">
          <ac:chgData name="MappillaiMeeran A" userId="df1ef35d0eadfa24" providerId="LiveId" clId="{88D46C5A-2633-4481-8A4B-5A11211D5E64}" dt="2026-06-08T15:32:23.440" v="49" actId="255"/>
          <ac:spMkLst>
            <pc:docMk/>
            <pc:sldMk cId="491296714" sldId="258"/>
            <ac:spMk id="29" creationId="{8497D1EF-B930-4E6A-9E3C-3B1C8CE24178}"/>
          </ac:spMkLst>
        </pc:spChg>
        <pc:spChg chg="mod">
          <ac:chgData name="MappillaiMeeran A" userId="df1ef35d0eadfa24" providerId="LiveId" clId="{88D46C5A-2633-4481-8A4B-5A11211D5E64}" dt="2026-06-08T15:32:23.440" v="49" actId="255"/>
          <ac:spMkLst>
            <pc:docMk/>
            <pc:sldMk cId="491296714" sldId="258"/>
            <ac:spMk id="30" creationId="{5BFC4FF3-F02A-472C-B6FA-5DB3DCEB6DAC}"/>
          </ac:spMkLst>
        </pc:spChg>
        <pc:spChg chg="mod">
          <ac:chgData name="MappillaiMeeran A" userId="df1ef35d0eadfa24" providerId="LiveId" clId="{88D46C5A-2633-4481-8A4B-5A11211D5E64}" dt="2026-06-08T15:32:23.440" v="49" actId="255"/>
          <ac:spMkLst>
            <pc:docMk/>
            <pc:sldMk cId="491296714" sldId="258"/>
            <ac:spMk id="31" creationId="{7289084A-DCFC-4CF6-BC58-74DA1D90047A}"/>
          </ac:spMkLst>
        </pc:spChg>
        <pc:spChg chg="mod">
          <ac:chgData name="MappillaiMeeran A" userId="df1ef35d0eadfa24" providerId="LiveId" clId="{88D46C5A-2633-4481-8A4B-5A11211D5E64}" dt="2026-06-08T15:32:23.440" v="49" actId="255"/>
          <ac:spMkLst>
            <pc:docMk/>
            <pc:sldMk cId="491296714" sldId="258"/>
            <ac:spMk id="32" creationId="{5D07E99B-6DA1-4B98-AA45-E2D53FBD96C4}"/>
          </ac:spMkLst>
        </pc:spChg>
        <pc:spChg chg="mod">
          <ac:chgData name="MappillaiMeeran A" userId="df1ef35d0eadfa24" providerId="LiveId" clId="{88D46C5A-2633-4481-8A4B-5A11211D5E64}" dt="2026-06-08T15:31:53.805" v="46" actId="58"/>
          <ac:spMkLst>
            <pc:docMk/>
            <pc:sldMk cId="491296714" sldId="258"/>
            <ac:spMk id="35" creationId="{8E0B6852-E7AF-4986-9F99-82620FFDDABB}"/>
          </ac:spMkLst>
        </pc:spChg>
        <pc:spChg chg="mod">
          <ac:chgData name="MappillaiMeeran A" userId="df1ef35d0eadfa24" providerId="LiveId" clId="{88D46C5A-2633-4481-8A4B-5A11211D5E64}" dt="2026-06-08T15:31:53.805" v="46" actId="58"/>
          <ac:spMkLst>
            <pc:docMk/>
            <pc:sldMk cId="491296714" sldId="258"/>
            <ac:spMk id="36" creationId="{4C308944-5331-4A2D-93C8-6AE18FBBEE28}"/>
          </ac:spMkLst>
        </pc:spChg>
        <pc:spChg chg="mod">
          <ac:chgData name="MappillaiMeeran A" userId="df1ef35d0eadfa24" providerId="LiveId" clId="{88D46C5A-2633-4481-8A4B-5A11211D5E64}" dt="2026-06-08T15:31:53.805" v="46" actId="58"/>
          <ac:spMkLst>
            <pc:docMk/>
            <pc:sldMk cId="491296714" sldId="258"/>
            <ac:spMk id="37" creationId="{D910C5BE-8EAD-45EE-91D1-B34636FDC3CF}"/>
          </ac:spMkLst>
        </pc:spChg>
        <pc:spChg chg="mod">
          <ac:chgData name="MappillaiMeeran A" userId="df1ef35d0eadfa24" providerId="LiveId" clId="{88D46C5A-2633-4481-8A4B-5A11211D5E64}" dt="2026-06-08T16:23:19.563" v="239" actId="113"/>
          <ac:spMkLst>
            <pc:docMk/>
            <pc:sldMk cId="491296714" sldId="258"/>
            <ac:spMk id="38" creationId="{588D6BE5-367C-4C12-8424-A372E1B7A655}"/>
          </ac:spMkLst>
        </pc:spChg>
        <pc:spChg chg="mod">
          <ac:chgData name="MappillaiMeeran A" userId="df1ef35d0eadfa24" providerId="LiveId" clId="{88D46C5A-2633-4481-8A4B-5A11211D5E64}" dt="2026-06-08T16:28:42.410" v="254" actId="255"/>
          <ac:spMkLst>
            <pc:docMk/>
            <pc:sldMk cId="491296714" sldId="258"/>
            <ac:spMk id="39" creationId="{D477807D-73F6-4C07-8675-421F68D70361}"/>
          </ac:spMkLst>
        </pc:spChg>
        <pc:picChg chg="add mod">
          <ac:chgData name="MappillaiMeeran A" userId="df1ef35d0eadfa24" providerId="LiveId" clId="{88D46C5A-2633-4481-8A4B-5A11211D5E64}" dt="2026-06-08T16:20:52.102" v="224"/>
          <ac:picMkLst>
            <pc:docMk/>
            <pc:sldMk cId="491296714" sldId="258"/>
            <ac:picMk id="40" creationId="{7E9CAF2A-9A34-54B6-FEE3-F449A2809AED}"/>
          </ac:picMkLst>
        </pc:picChg>
      </pc:sldChg>
      <pc:sldChg chg="addSp modSp mod">
        <pc:chgData name="MappillaiMeeran A" userId="df1ef35d0eadfa24" providerId="LiveId" clId="{88D46C5A-2633-4481-8A4B-5A11211D5E64}" dt="2026-06-08T16:28:53.342" v="256" actId="255"/>
        <pc:sldMkLst>
          <pc:docMk/>
          <pc:sldMk cId="1381117958" sldId="259"/>
        </pc:sldMkLst>
        <pc:spChg chg="mod">
          <ac:chgData name="MappillaiMeeran A" userId="df1ef35d0eadfa24" providerId="LiveId" clId="{88D46C5A-2633-4481-8A4B-5A11211D5E64}" dt="2026-06-08T15:24:55.728" v="4" actId="14100"/>
          <ac:spMkLst>
            <pc:docMk/>
            <pc:sldMk cId="1381117958" sldId="259"/>
            <ac:spMk id="3" creationId="{5FE53F31-D3C8-40BA-8DE5-F4A7F7595BC1}"/>
          </ac:spMkLst>
        </pc:spChg>
        <pc:spChg chg="mod">
          <ac:chgData name="MappillaiMeeran A" userId="df1ef35d0eadfa24" providerId="LiveId" clId="{88D46C5A-2633-4481-8A4B-5A11211D5E64}" dt="2026-06-08T15:33:14.516" v="51" actId="255"/>
          <ac:spMkLst>
            <pc:docMk/>
            <pc:sldMk cId="1381117958" sldId="259"/>
            <ac:spMk id="7" creationId="{E532364B-7791-4198-8744-CD05FB4A2289}"/>
          </ac:spMkLst>
        </pc:spChg>
        <pc:spChg chg="mod">
          <ac:chgData name="MappillaiMeeran A" userId="df1ef35d0eadfa24" providerId="LiveId" clId="{88D46C5A-2633-4481-8A4B-5A11211D5E64}" dt="2026-06-08T15:33:14.516" v="51" actId="255"/>
          <ac:spMkLst>
            <pc:docMk/>
            <pc:sldMk cId="1381117958" sldId="259"/>
            <ac:spMk id="8" creationId="{5FB2A39A-F753-43D7-A4E6-9344A396E0EE}"/>
          </ac:spMkLst>
        </pc:spChg>
        <pc:spChg chg="mod">
          <ac:chgData name="MappillaiMeeran A" userId="df1ef35d0eadfa24" providerId="LiveId" clId="{88D46C5A-2633-4481-8A4B-5A11211D5E64}" dt="2026-06-08T15:33:14.516" v="51" actId="255"/>
          <ac:spMkLst>
            <pc:docMk/>
            <pc:sldMk cId="1381117958" sldId="259"/>
            <ac:spMk id="10" creationId="{15DCABB0-332A-4135-B3AA-D0F1245742E0}"/>
          </ac:spMkLst>
        </pc:spChg>
        <pc:spChg chg="mod">
          <ac:chgData name="MappillaiMeeran A" userId="df1ef35d0eadfa24" providerId="LiveId" clId="{88D46C5A-2633-4481-8A4B-5A11211D5E64}" dt="2026-06-08T15:33:14.516" v="51" actId="255"/>
          <ac:spMkLst>
            <pc:docMk/>
            <pc:sldMk cId="1381117958" sldId="259"/>
            <ac:spMk id="11" creationId="{C781173A-2292-48F7-B6B2-B04E3E832B61}"/>
          </ac:spMkLst>
        </pc:spChg>
        <pc:spChg chg="mod">
          <ac:chgData name="MappillaiMeeran A" userId="df1ef35d0eadfa24" providerId="LiveId" clId="{88D46C5A-2633-4481-8A4B-5A11211D5E64}" dt="2026-06-08T15:33:14.516" v="51" actId="255"/>
          <ac:spMkLst>
            <pc:docMk/>
            <pc:sldMk cId="1381117958" sldId="259"/>
            <ac:spMk id="13" creationId="{43AACD0F-1FB3-41C1-80AD-C8387F0197E3}"/>
          </ac:spMkLst>
        </pc:spChg>
        <pc:spChg chg="mod">
          <ac:chgData name="MappillaiMeeran A" userId="df1ef35d0eadfa24" providerId="LiveId" clId="{88D46C5A-2633-4481-8A4B-5A11211D5E64}" dt="2026-06-08T15:33:14.516" v="51" actId="255"/>
          <ac:spMkLst>
            <pc:docMk/>
            <pc:sldMk cId="1381117958" sldId="259"/>
            <ac:spMk id="14" creationId="{F01DD640-6E8B-4649-8D86-715E1EFBA777}"/>
          </ac:spMkLst>
        </pc:spChg>
        <pc:spChg chg="mod">
          <ac:chgData name="MappillaiMeeran A" userId="df1ef35d0eadfa24" providerId="LiveId" clId="{88D46C5A-2633-4481-8A4B-5A11211D5E64}" dt="2026-06-08T16:27:51.563" v="251" actId="688"/>
          <ac:spMkLst>
            <pc:docMk/>
            <pc:sldMk cId="1381117958" sldId="259"/>
            <ac:spMk id="16" creationId="{09E55DC4-1718-4396-8971-773AD8ECA1D2}"/>
          </ac:spMkLst>
        </pc:spChg>
        <pc:spChg chg="mod">
          <ac:chgData name="MappillaiMeeran A" userId="df1ef35d0eadfa24" providerId="LiveId" clId="{88D46C5A-2633-4481-8A4B-5A11211D5E64}" dt="2026-06-08T16:28:00.786" v="252" actId="688"/>
          <ac:spMkLst>
            <pc:docMk/>
            <pc:sldMk cId="1381117958" sldId="259"/>
            <ac:spMk id="18" creationId="{08E9B28B-9EA1-4A55-9594-A25FFCB3B063}"/>
          </ac:spMkLst>
        </pc:spChg>
        <pc:spChg chg="mod">
          <ac:chgData name="MappillaiMeeran A" userId="df1ef35d0eadfa24" providerId="LiveId" clId="{88D46C5A-2633-4481-8A4B-5A11211D5E64}" dt="2026-06-08T15:33:55.065" v="56" actId="20577"/>
          <ac:spMkLst>
            <pc:docMk/>
            <pc:sldMk cId="1381117958" sldId="259"/>
            <ac:spMk id="20" creationId="{12EBC5AF-EC87-4EA2-AD78-1A001239C468}"/>
          </ac:spMkLst>
        </pc:spChg>
        <pc:spChg chg="mod">
          <ac:chgData name="MappillaiMeeran A" userId="df1ef35d0eadfa24" providerId="LiveId" clId="{88D46C5A-2633-4481-8A4B-5A11211D5E64}" dt="2026-06-08T15:34:03.305" v="57" actId="255"/>
          <ac:spMkLst>
            <pc:docMk/>
            <pc:sldMk cId="1381117958" sldId="259"/>
            <ac:spMk id="21" creationId="{78F2D1C6-3D83-419D-ACB9-205E668671AC}"/>
          </ac:spMkLst>
        </pc:spChg>
        <pc:spChg chg="mod">
          <ac:chgData name="MappillaiMeeran A" userId="df1ef35d0eadfa24" providerId="LiveId" clId="{88D46C5A-2633-4481-8A4B-5A11211D5E64}" dt="2026-06-08T15:33:38.670" v="52" actId="255"/>
          <ac:spMkLst>
            <pc:docMk/>
            <pc:sldMk cId="1381117958" sldId="259"/>
            <ac:spMk id="22" creationId="{C03B5C19-89C7-4D31-B7C3-64C2DC86FBA5}"/>
          </ac:spMkLst>
        </pc:spChg>
        <pc:spChg chg="mod">
          <ac:chgData name="MappillaiMeeran A" userId="df1ef35d0eadfa24" providerId="LiveId" clId="{88D46C5A-2633-4481-8A4B-5A11211D5E64}" dt="2026-06-08T15:34:10.596" v="58" actId="255"/>
          <ac:spMkLst>
            <pc:docMk/>
            <pc:sldMk cId="1381117958" sldId="259"/>
            <ac:spMk id="24" creationId="{0F80FB3C-CB06-44C6-8D65-B3E3B225B1C3}"/>
          </ac:spMkLst>
        </pc:spChg>
        <pc:spChg chg="mod">
          <ac:chgData name="MappillaiMeeran A" userId="df1ef35d0eadfa24" providerId="LiveId" clId="{88D46C5A-2633-4481-8A4B-5A11211D5E64}" dt="2026-06-08T15:33:44.485" v="53" actId="255"/>
          <ac:spMkLst>
            <pc:docMk/>
            <pc:sldMk cId="1381117958" sldId="259"/>
            <ac:spMk id="25" creationId="{FE6B0DAA-E61A-4D53-95BC-C6BB8984A281}"/>
          </ac:spMkLst>
        </pc:spChg>
        <pc:spChg chg="mod">
          <ac:chgData name="MappillaiMeeran A" userId="df1ef35d0eadfa24" providerId="LiveId" clId="{88D46C5A-2633-4481-8A4B-5A11211D5E64}" dt="2026-06-08T15:34:23.288" v="59" actId="255"/>
          <ac:spMkLst>
            <pc:docMk/>
            <pc:sldMk cId="1381117958" sldId="259"/>
            <ac:spMk id="27" creationId="{08892800-A16C-41A1-ABD8-E36EF15F7389}"/>
          </ac:spMkLst>
        </pc:spChg>
        <pc:spChg chg="mod">
          <ac:chgData name="MappillaiMeeran A" userId="df1ef35d0eadfa24" providerId="LiveId" clId="{88D46C5A-2633-4481-8A4B-5A11211D5E64}" dt="2026-06-08T15:33:48.582" v="54" actId="255"/>
          <ac:spMkLst>
            <pc:docMk/>
            <pc:sldMk cId="1381117958" sldId="259"/>
            <ac:spMk id="28" creationId="{8E040F11-7D8B-44CE-83B9-91533FB9DE3F}"/>
          </ac:spMkLst>
        </pc:spChg>
        <pc:spChg chg="mod">
          <ac:chgData name="MappillaiMeeran A" userId="df1ef35d0eadfa24" providerId="LiveId" clId="{88D46C5A-2633-4481-8A4B-5A11211D5E64}" dt="2026-06-08T15:34:30.514" v="60" actId="255"/>
          <ac:spMkLst>
            <pc:docMk/>
            <pc:sldMk cId="1381117958" sldId="259"/>
            <ac:spMk id="30" creationId="{CD2D7499-075A-46B2-BD77-0405AE588DD2}"/>
          </ac:spMkLst>
        </pc:spChg>
        <pc:spChg chg="mod">
          <ac:chgData name="MappillaiMeeran A" userId="df1ef35d0eadfa24" providerId="LiveId" clId="{88D46C5A-2633-4481-8A4B-5A11211D5E64}" dt="2026-06-08T15:33:53.214" v="55" actId="255"/>
          <ac:spMkLst>
            <pc:docMk/>
            <pc:sldMk cId="1381117958" sldId="259"/>
            <ac:spMk id="31" creationId="{3DA87240-C940-4DC4-858B-20F06F6800A6}"/>
          </ac:spMkLst>
        </pc:spChg>
        <pc:spChg chg="mod">
          <ac:chgData name="MappillaiMeeran A" userId="df1ef35d0eadfa24" providerId="LiveId" clId="{88D46C5A-2633-4481-8A4B-5A11211D5E64}" dt="2026-06-08T16:23:25.226" v="240" actId="113"/>
          <ac:spMkLst>
            <pc:docMk/>
            <pc:sldMk cId="1381117958" sldId="259"/>
            <ac:spMk id="33" creationId="{BFC2646F-C77C-43FF-B810-C475D980F55E}"/>
          </ac:spMkLst>
        </pc:spChg>
        <pc:spChg chg="mod">
          <ac:chgData name="MappillaiMeeran A" userId="df1ef35d0eadfa24" providerId="LiveId" clId="{88D46C5A-2633-4481-8A4B-5A11211D5E64}" dt="2026-06-08T16:28:53.342" v="256" actId="255"/>
          <ac:spMkLst>
            <pc:docMk/>
            <pc:sldMk cId="1381117958" sldId="259"/>
            <ac:spMk id="34" creationId="{D3B36606-3452-4568-8F05-22D6F86863B7}"/>
          </ac:spMkLst>
        </pc:spChg>
        <pc:picChg chg="add mod">
          <ac:chgData name="MappillaiMeeran A" userId="df1ef35d0eadfa24" providerId="LiveId" clId="{88D46C5A-2633-4481-8A4B-5A11211D5E64}" dt="2026-06-08T16:20:54.902" v="225"/>
          <ac:picMkLst>
            <pc:docMk/>
            <pc:sldMk cId="1381117958" sldId="259"/>
            <ac:picMk id="35" creationId="{789CB629-8901-0F12-8773-4A1BE9825101}"/>
          </ac:picMkLst>
        </pc:picChg>
      </pc:sldChg>
      <pc:sldChg chg="addSp modSp mod">
        <pc:chgData name="MappillaiMeeran A" userId="df1ef35d0eadfa24" providerId="LiveId" clId="{88D46C5A-2633-4481-8A4B-5A11211D5E64}" dt="2026-06-08T16:29:03.867" v="257" actId="255"/>
        <pc:sldMkLst>
          <pc:docMk/>
          <pc:sldMk cId="1311693057" sldId="260"/>
        </pc:sldMkLst>
        <pc:spChg chg="mod">
          <ac:chgData name="MappillaiMeeran A" userId="df1ef35d0eadfa24" providerId="LiveId" clId="{88D46C5A-2633-4481-8A4B-5A11211D5E64}" dt="2026-06-08T15:25:03.795" v="5" actId="14100"/>
          <ac:spMkLst>
            <pc:docMk/>
            <pc:sldMk cId="1311693057" sldId="260"/>
            <ac:spMk id="3" creationId="{819C1816-3D9D-42C9-AD26-442FE867E56E}"/>
          </ac:spMkLst>
        </pc:spChg>
        <pc:spChg chg="mod">
          <ac:chgData name="MappillaiMeeran A" userId="df1ef35d0eadfa24" providerId="LiveId" clId="{88D46C5A-2633-4481-8A4B-5A11211D5E64}" dt="2026-06-08T15:25:34.722" v="8" actId="1076"/>
          <ac:spMkLst>
            <pc:docMk/>
            <pc:sldMk cId="1311693057" sldId="260"/>
            <ac:spMk id="4" creationId="{D8941D20-0960-4669-9A21-82078D8FD1FB}"/>
          </ac:spMkLst>
        </pc:spChg>
        <pc:spChg chg="mod">
          <ac:chgData name="MappillaiMeeran A" userId="df1ef35d0eadfa24" providerId="LiveId" clId="{88D46C5A-2633-4481-8A4B-5A11211D5E64}" dt="2026-06-08T15:35:18.213" v="63" actId="14100"/>
          <ac:spMkLst>
            <pc:docMk/>
            <pc:sldMk cId="1311693057" sldId="260"/>
            <ac:spMk id="10" creationId="{77DFDE12-2562-4E18-93D5-35B81574F2F3}"/>
          </ac:spMkLst>
        </pc:spChg>
        <pc:spChg chg="mod">
          <ac:chgData name="MappillaiMeeran A" userId="df1ef35d0eadfa24" providerId="LiveId" clId="{88D46C5A-2633-4481-8A4B-5A11211D5E64}" dt="2026-06-08T15:35:07.818" v="61" actId="255"/>
          <ac:spMkLst>
            <pc:docMk/>
            <pc:sldMk cId="1311693057" sldId="260"/>
            <ac:spMk id="12" creationId="{066D10AA-45B4-4F1A-B022-AA353AC704E1}"/>
          </ac:spMkLst>
        </pc:spChg>
        <pc:spChg chg="mod">
          <ac:chgData name="MappillaiMeeran A" userId="df1ef35d0eadfa24" providerId="LiveId" clId="{88D46C5A-2633-4481-8A4B-5A11211D5E64}" dt="2026-06-08T15:35:29.506" v="66" actId="1076"/>
          <ac:spMkLst>
            <pc:docMk/>
            <pc:sldMk cId="1311693057" sldId="260"/>
            <ac:spMk id="13" creationId="{187954AF-DF38-4C8F-8F14-6C3FEA4F26A6}"/>
          </ac:spMkLst>
        </pc:spChg>
        <pc:spChg chg="mod">
          <ac:chgData name="MappillaiMeeran A" userId="df1ef35d0eadfa24" providerId="LiveId" clId="{88D46C5A-2633-4481-8A4B-5A11211D5E64}" dt="2026-06-08T15:35:38.923" v="69" actId="14100"/>
          <ac:spMkLst>
            <pc:docMk/>
            <pc:sldMk cId="1311693057" sldId="260"/>
            <ac:spMk id="16" creationId="{D95CDDFC-872E-44B6-9AEA-B8541942CBED}"/>
          </ac:spMkLst>
        </pc:spChg>
        <pc:spChg chg="mod">
          <ac:chgData name="MappillaiMeeran A" userId="df1ef35d0eadfa24" providerId="LiveId" clId="{88D46C5A-2633-4481-8A4B-5A11211D5E64}" dt="2026-06-08T15:35:07.818" v="61" actId="255"/>
          <ac:spMkLst>
            <pc:docMk/>
            <pc:sldMk cId="1311693057" sldId="260"/>
            <ac:spMk id="18" creationId="{C4489DB5-9DD6-4DFF-BECA-A18A8704151A}"/>
          </ac:spMkLst>
        </pc:spChg>
        <pc:spChg chg="mod">
          <ac:chgData name="MappillaiMeeran A" userId="df1ef35d0eadfa24" providerId="LiveId" clId="{88D46C5A-2633-4481-8A4B-5A11211D5E64}" dt="2026-06-08T15:44:36.889" v="72" actId="14100"/>
          <ac:spMkLst>
            <pc:docMk/>
            <pc:sldMk cId="1311693057" sldId="260"/>
            <ac:spMk id="19" creationId="{C3413BEE-83B4-4A6F-987C-AF7B2A5C7400}"/>
          </ac:spMkLst>
        </pc:spChg>
        <pc:spChg chg="mod">
          <ac:chgData name="MappillaiMeeran A" userId="df1ef35d0eadfa24" providerId="LiveId" clId="{88D46C5A-2633-4481-8A4B-5A11211D5E64}" dt="2026-06-08T15:44:52.919" v="75" actId="14100"/>
          <ac:spMkLst>
            <pc:docMk/>
            <pc:sldMk cId="1311693057" sldId="260"/>
            <ac:spMk id="22" creationId="{96DBD9A6-6AE2-403B-8D66-F567B0DA8437}"/>
          </ac:spMkLst>
        </pc:spChg>
        <pc:spChg chg="mod">
          <ac:chgData name="MappillaiMeeran A" userId="df1ef35d0eadfa24" providerId="LiveId" clId="{88D46C5A-2633-4481-8A4B-5A11211D5E64}" dt="2026-06-08T16:09:45.076" v="165" actId="14100"/>
          <ac:spMkLst>
            <pc:docMk/>
            <pc:sldMk cId="1311693057" sldId="260"/>
            <ac:spMk id="23" creationId="{98B9D69D-24B5-4EC5-83CB-7A8F02CF41A3}"/>
          </ac:spMkLst>
        </pc:spChg>
        <pc:spChg chg="mod">
          <ac:chgData name="MappillaiMeeran A" userId="df1ef35d0eadfa24" providerId="LiveId" clId="{88D46C5A-2633-4481-8A4B-5A11211D5E64}" dt="2026-06-08T15:35:07.818" v="61" actId="255"/>
          <ac:spMkLst>
            <pc:docMk/>
            <pc:sldMk cId="1311693057" sldId="260"/>
            <ac:spMk id="24" creationId="{824357D3-66BF-45F8-92F2-F7EE458F6AA2}"/>
          </ac:spMkLst>
        </pc:spChg>
        <pc:spChg chg="mod">
          <ac:chgData name="MappillaiMeeran A" userId="df1ef35d0eadfa24" providerId="LiveId" clId="{88D46C5A-2633-4481-8A4B-5A11211D5E64}" dt="2026-06-08T16:09:31.885" v="163" actId="14100"/>
          <ac:spMkLst>
            <pc:docMk/>
            <pc:sldMk cId="1311693057" sldId="260"/>
            <ac:spMk id="25" creationId="{916B25F7-9D18-45B4-99FE-77A4F47C8B68}"/>
          </ac:spMkLst>
        </pc:spChg>
        <pc:spChg chg="mod">
          <ac:chgData name="MappillaiMeeran A" userId="df1ef35d0eadfa24" providerId="LiveId" clId="{88D46C5A-2633-4481-8A4B-5A11211D5E64}" dt="2026-06-08T16:09:58.108" v="168" actId="14100"/>
          <ac:spMkLst>
            <pc:docMk/>
            <pc:sldMk cId="1311693057" sldId="260"/>
            <ac:spMk id="26" creationId="{02355122-3E39-4AED-A807-6BDB86205D7D}"/>
          </ac:spMkLst>
        </pc:spChg>
        <pc:spChg chg="mod">
          <ac:chgData name="MappillaiMeeran A" userId="df1ef35d0eadfa24" providerId="LiveId" clId="{88D46C5A-2633-4481-8A4B-5A11211D5E64}" dt="2026-06-08T16:08:44.748" v="159" actId="1076"/>
          <ac:spMkLst>
            <pc:docMk/>
            <pc:sldMk cId="1311693057" sldId="260"/>
            <ac:spMk id="27" creationId="{D6F31F45-AEB4-4FB7-9539-7F3B4153A19E}"/>
          </ac:spMkLst>
        </pc:spChg>
        <pc:spChg chg="mod">
          <ac:chgData name="MappillaiMeeran A" userId="df1ef35d0eadfa24" providerId="LiveId" clId="{88D46C5A-2633-4481-8A4B-5A11211D5E64}" dt="2026-06-08T16:09:53.667" v="167" actId="14100"/>
          <ac:spMkLst>
            <pc:docMk/>
            <pc:sldMk cId="1311693057" sldId="260"/>
            <ac:spMk id="28" creationId="{F1759040-8A44-49E7-8FF0-FF0D4AF7B935}"/>
          </ac:spMkLst>
        </pc:spChg>
        <pc:spChg chg="mod">
          <ac:chgData name="MappillaiMeeran A" userId="df1ef35d0eadfa24" providerId="LiveId" clId="{88D46C5A-2633-4481-8A4B-5A11211D5E64}" dt="2026-06-08T16:10:03.540" v="169" actId="14100"/>
          <ac:spMkLst>
            <pc:docMk/>
            <pc:sldMk cId="1311693057" sldId="260"/>
            <ac:spMk id="29" creationId="{6573F74A-BE86-483B-9B9C-F6330AB21A9F}"/>
          </ac:spMkLst>
        </pc:spChg>
        <pc:spChg chg="mod">
          <ac:chgData name="MappillaiMeeran A" userId="df1ef35d0eadfa24" providerId="LiveId" clId="{88D46C5A-2633-4481-8A4B-5A11211D5E64}" dt="2026-06-08T15:46:31.831" v="86" actId="1076"/>
          <ac:spMkLst>
            <pc:docMk/>
            <pc:sldMk cId="1311693057" sldId="260"/>
            <ac:spMk id="31" creationId="{DE1B287D-49F7-43EF-BF1A-C27B8A44F8F0}"/>
          </ac:spMkLst>
        </pc:spChg>
        <pc:spChg chg="mod">
          <ac:chgData name="MappillaiMeeran A" userId="df1ef35d0eadfa24" providerId="LiveId" clId="{88D46C5A-2633-4481-8A4B-5A11211D5E64}" dt="2026-06-08T16:10:07.723" v="170" actId="14100"/>
          <ac:spMkLst>
            <pc:docMk/>
            <pc:sldMk cId="1311693057" sldId="260"/>
            <ac:spMk id="32" creationId="{FF96F4F0-7197-4A4E-8495-C1BDDD476287}"/>
          </ac:spMkLst>
        </pc:spChg>
        <pc:spChg chg="mod">
          <ac:chgData name="MappillaiMeeran A" userId="df1ef35d0eadfa24" providerId="LiveId" clId="{88D46C5A-2633-4481-8A4B-5A11211D5E64}" dt="2026-06-08T15:35:07.818" v="61" actId="255"/>
          <ac:spMkLst>
            <pc:docMk/>
            <pc:sldMk cId="1311693057" sldId="260"/>
            <ac:spMk id="33" creationId="{D543CAC7-C5D6-4F30-B538-63FB2CBFED0D}"/>
          </ac:spMkLst>
        </pc:spChg>
        <pc:spChg chg="mod">
          <ac:chgData name="MappillaiMeeran A" userId="df1ef35d0eadfa24" providerId="LiveId" clId="{88D46C5A-2633-4481-8A4B-5A11211D5E64}" dt="2026-06-08T15:46:21.303" v="85" actId="1076"/>
          <ac:spMkLst>
            <pc:docMk/>
            <pc:sldMk cId="1311693057" sldId="260"/>
            <ac:spMk id="34" creationId="{C6D9E8DC-7389-46ED-8488-9F5BF80FB8DC}"/>
          </ac:spMkLst>
        </pc:spChg>
        <pc:spChg chg="mod">
          <ac:chgData name="MappillaiMeeran A" userId="df1ef35d0eadfa24" providerId="LiveId" clId="{88D46C5A-2633-4481-8A4B-5A11211D5E64}" dt="2026-06-08T16:10:10.794" v="171" actId="14100"/>
          <ac:spMkLst>
            <pc:docMk/>
            <pc:sldMk cId="1311693057" sldId="260"/>
            <ac:spMk id="35" creationId="{14FA253E-AD49-451C-9E69-7C05AF24C9D0}"/>
          </ac:spMkLst>
        </pc:spChg>
        <pc:spChg chg="mod">
          <ac:chgData name="MappillaiMeeran A" userId="df1ef35d0eadfa24" providerId="LiveId" clId="{88D46C5A-2633-4481-8A4B-5A11211D5E64}" dt="2026-06-08T15:46:16.442" v="84" actId="1076"/>
          <ac:spMkLst>
            <pc:docMk/>
            <pc:sldMk cId="1311693057" sldId="260"/>
            <ac:spMk id="37" creationId="{DAF10123-0E33-467A-BA14-581BB6F66E53}"/>
          </ac:spMkLst>
        </pc:spChg>
        <pc:spChg chg="mod">
          <ac:chgData name="MappillaiMeeran A" userId="df1ef35d0eadfa24" providerId="LiveId" clId="{88D46C5A-2633-4481-8A4B-5A11211D5E64}" dt="2026-06-08T16:23:29.374" v="241" actId="113"/>
          <ac:spMkLst>
            <pc:docMk/>
            <pc:sldMk cId="1311693057" sldId="260"/>
            <ac:spMk id="39" creationId="{AC792C21-FD3C-43E2-A929-171381EFA3D8}"/>
          </ac:spMkLst>
        </pc:spChg>
        <pc:spChg chg="mod">
          <ac:chgData name="MappillaiMeeran A" userId="df1ef35d0eadfa24" providerId="LiveId" clId="{88D46C5A-2633-4481-8A4B-5A11211D5E64}" dt="2026-06-08T16:29:03.867" v="257" actId="255"/>
          <ac:spMkLst>
            <pc:docMk/>
            <pc:sldMk cId="1311693057" sldId="260"/>
            <ac:spMk id="40" creationId="{259C98AB-B6B5-4783-8A97-E51FA28C1A4A}"/>
          </ac:spMkLst>
        </pc:spChg>
        <pc:picChg chg="add mod">
          <ac:chgData name="MappillaiMeeran A" userId="df1ef35d0eadfa24" providerId="LiveId" clId="{88D46C5A-2633-4481-8A4B-5A11211D5E64}" dt="2026-06-08T16:20:57.280" v="226"/>
          <ac:picMkLst>
            <pc:docMk/>
            <pc:sldMk cId="1311693057" sldId="260"/>
            <ac:picMk id="41" creationId="{82DDC1D6-E8EE-B384-6AEF-7C625C1E4D77}"/>
          </ac:picMkLst>
        </pc:picChg>
      </pc:sldChg>
      <pc:sldChg chg="addSp modSp mod">
        <pc:chgData name="MappillaiMeeran A" userId="df1ef35d0eadfa24" providerId="LiveId" clId="{88D46C5A-2633-4481-8A4B-5A11211D5E64}" dt="2026-06-08T16:29:11.259" v="258" actId="255"/>
        <pc:sldMkLst>
          <pc:docMk/>
          <pc:sldMk cId="742268256" sldId="261"/>
        </pc:sldMkLst>
        <pc:spChg chg="mod">
          <ac:chgData name="MappillaiMeeran A" userId="df1ef35d0eadfa24" providerId="LiveId" clId="{88D46C5A-2633-4481-8A4B-5A11211D5E64}" dt="2026-06-08T15:25:44.978" v="9" actId="14100"/>
          <ac:spMkLst>
            <pc:docMk/>
            <pc:sldMk cId="742268256" sldId="261"/>
            <ac:spMk id="3" creationId="{1402C398-6405-4D01-9AC5-6515C6529C4A}"/>
          </ac:spMkLst>
        </pc:spChg>
        <pc:spChg chg="mod">
          <ac:chgData name="MappillaiMeeran A" userId="df1ef35d0eadfa24" providerId="LiveId" clId="{88D46C5A-2633-4481-8A4B-5A11211D5E64}" dt="2026-06-08T15:49:11.258" v="102" actId="255"/>
          <ac:spMkLst>
            <pc:docMk/>
            <pc:sldMk cId="742268256" sldId="261"/>
            <ac:spMk id="8" creationId="{4891428F-F1AE-4085-81A6-5CA9FD782FE5}"/>
          </ac:spMkLst>
        </pc:spChg>
        <pc:spChg chg="mod">
          <ac:chgData name="MappillaiMeeran A" userId="df1ef35d0eadfa24" providerId="LiveId" clId="{88D46C5A-2633-4481-8A4B-5A11211D5E64}" dt="2026-06-08T15:47:49.238" v="90" actId="255"/>
          <ac:spMkLst>
            <pc:docMk/>
            <pc:sldMk cId="742268256" sldId="261"/>
            <ac:spMk id="9" creationId="{61B116F9-FC3A-43A9-B4FA-9EBDFD2A996F}"/>
          </ac:spMkLst>
        </pc:spChg>
        <pc:spChg chg="mod">
          <ac:chgData name="MappillaiMeeran A" userId="df1ef35d0eadfa24" providerId="LiveId" clId="{88D46C5A-2633-4481-8A4B-5A11211D5E64}" dt="2026-06-08T15:49:14.763" v="103" actId="255"/>
          <ac:spMkLst>
            <pc:docMk/>
            <pc:sldMk cId="742268256" sldId="261"/>
            <ac:spMk id="12" creationId="{92BF3B29-3E5E-482D-B16D-52AA5110F141}"/>
          </ac:spMkLst>
        </pc:spChg>
        <pc:spChg chg="mod">
          <ac:chgData name="MappillaiMeeran A" userId="df1ef35d0eadfa24" providerId="LiveId" clId="{88D46C5A-2633-4481-8A4B-5A11211D5E64}" dt="2026-06-08T15:48:28.529" v="96" actId="1076"/>
          <ac:spMkLst>
            <pc:docMk/>
            <pc:sldMk cId="742268256" sldId="261"/>
            <ac:spMk id="13" creationId="{94498023-E46E-47DF-A0BC-A8954FA257D6}"/>
          </ac:spMkLst>
        </pc:spChg>
        <pc:spChg chg="mod">
          <ac:chgData name="MappillaiMeeran A" userId="df1ef35d0eadfa24" providerId="LiveId" clId="{88D46C5A-2633-4481-8A4B-5A11211D5E64}" dt="2026-06-08T15:49:21.284" v="104" actId="255"/>
          <ac:spMkLst>
            <pc:docMk/>
            <pc:sldMk cId="742268256" sldId="261"/>
            <ac:spMk id="16" creationId="{BDA50B07-3A01-4C9D-B06C-8F526B1AE6DB}"/>
          </ac:spMkLst>
        </pc:spChg>
        <pc:spChg chg="mod">
          <ac:chgData name="MappillaiMeeran A" userId="df1ef35d0eadfa24" providerId="LiveId" clId="{88D46C5A-2633-4481-8A4B-5A11211D5E64}" dt="2026-06-08T15:48:51.586" v="99" actId="255"/>
          <ac:spMkLst>
            <pc:docMk/>
            <pc:sldMk cId="742268256" sldId="261"/>
            <ac:spMk id="17" creationId="{6B849155-7B10-4F55-A0B8-89473676139A}"/>
          </ac:spMkLst>
        </pc:spChg>
        <pc:spChg chg="mod">
          <ac:chgData name="MappillaiMeeran A" userId="df1ef35d0eadfa24" providerId="LiveId" clId="{88D46C5A-2633-4481-8A4B-5A11211D5E64}" dt="2026-06-08T15:48:56.620" v="100" actId="255"/>
          <ac:spMkLst>
            <pc:docMk/>
            <pc:sldMk cId="742268256" sldId="261"/>
            <ac:spMk id="20" creationId="{42755AE3-FB5E-4C30-B5F0-37C48F549E35}"/>
          </ac:spMkLst>
        </pc:spChg>
        <pc:spChg chg="mod">
          <ac:chgData name="MappillaiMeeran A" userId="df1ef35d0eadfa24" providerId="LiveId" clId="{88D46C5A-2633-4481-8A4B-5A11211D5E64}" dt="2026-06-08T15:49:37.690" v="105" actId="255"/>
          <ac:spMkLst>
            <pc:docMk/>
            <pc:sldMk cId="742268256" sldId="261"/>
            <ac:spMk id="21" creationId="{58495D49-A252-47CA-817D-FAE314068614}"/>
          </ac:spMkLst>
        </pc:spChg>
        <pc:spChg chg="mod">
          <ac:chgData name="MappillaiMeeran A" userId="df1ef35d0eadfa24" providerId="LiveId" clId="{88D46C5A-2633-4481-8A4B-5A11211D5E64}" dt="2026-06-08T15:49:49.233" v="107" actId="255"/>
          <ac:spMkLst>
            <pc:docMk/>
            <pc:sldMk cId="742268256" sldId="261"/>
            <ac:spMk id="24" creationId="{5B44BBD0-89E9-40D0-9665-4C9E434E78B7}"/>
          </ac:spMkLst>
        </pc:spChg>
        <pc:spChg chg="mod">
          <ac:chgData name="MappillaiMeeran A" userId="df1ef35d0eadfa24" providerId="LiveId" clId="{88D46C5A-2633-4481-8A4B-5A11211D5E64}" dt="2026-06-08T15:49:42.250" v="106" actId="255"/>
          <ac:spMkLst>
            <pc:docMk/>
            <pc:sldMk cId="742268256" sldId="261"/>
            <ac:spMk id="25" creationId="{70E5E06C-A6CD-471A-909C-276C180A74B0}"/>
          </ac:spMkLst>
        </pc:spChg>
        <pc:spChg chg="mod">
          <ac:chgData name="MappillaiMeeran A" userId="df1ef35d0eadfa24" providerId="LiveId" clId="{88D46C5A-2633-4481-8A4B-5A11211D5E64}" dt="2026-06-08T15:47:09.126" v="88" actId="255"/>
          <ac:spMkLst>
            <pc:docMk/>
            <pc:sldMk cId="742268256" sldId="261"/>
            <ac:spMk id="27" creationId="{A4E5424E-F414-4621-B262-B6274B0E5614}"/>
          </ac:spMkLst>
        </pc:spChg>
        <pc:spChg chg="mod">
          <ac:chgData name="MappillaiMeeran A" userId="df1ef35d0eadfa24" providerId="LiveId" clId="{88D46C5A-2633-4481-8A4B-5A11211D5E64}" dt="2026-06-08T15:47:09.126" v="88" actId="255"/>
          <ac:spMkLst>
            <pc:docMk/>
            <pc:sldMk cId="742268256" sldId="261"/>
            <ac:spMk id="28" creationId="{E70167C3-7ECA-41C4-9230-CCC69BB387D5}"/>
          </ac:spMkLst>
        </pc:spChg>
        <pc:spChg chg="mod">
          <ac:chgData name="MappillaiMeeran A" userId="df1ef35d0eadfa24" providerId="LiveId" clId="{88D46C5A-2633-4481-8A4B-5A11211D5E64}" dt="2026-06-08T15:47:09.126" v="88" actId="255"/>
          <ac:spMkLst>
            <pc:docMk/>
            <pc:sldMk cId="742268256" sldId="261"/>
            <ac:spMk id="30" creationId="{4AD17D02-A841-4B50-BDD7-1F58DDF61AB1}"/>
          </ac:spMkLst>
        </pc:spChg>
        <pc:spChg chg="mod">
          <ac:chgData name="MappillaiMeeran A" userId="df1ef35d0eadfa24" providerId="LiveId" clId="{88D46C5A-2633-4481-8A4B-5A11211D5E64}" dt="2026-06-08T15:47:09.126" v="88" actId="255"/>
          <ac:spMkLst>
            <pc:docMk/>
            <pc:sldMk cId="742268256" sldId="261"/>
            <ac:spMk id="33" creationId="{6AD773A0-5EC6-4E4F-BE38-227A9DDDFFC9}"/>
          </ac:spMkLst>
        </pc:spChg>
        <pc:spChg chg="mod">
          <ac:chgData name="MappillaiMeeran A" userId="df1ef35d0eadfa24" providerId="LiveId" clId="{88D46C5A-2633-4481-8A4B-5A11211D5E64}" dt="2026-06-08T15:47:09.126" v="88" actId="255"/>
          <ac:spMkLst>
            <pc:docMk/>
            <pc:sldMk cId="742268256" sldId="261"/>
            <ac:spMk id="34" creationId="{21311DAF-2AEF-49B1-8EF4-0777ACEE3C97}"/>
          </ac:spMkLst>
        </pc:spChg>
        <pc:spChg chg="mod">
          <ac:chgData name="MappillaiMeeran A" userId="df1ef35d0eadfa24" providerId="LiveId" clId="{88D46C5A-2633-4481-8A4B-5A11211D5E64}" dt="2026-06-08T15:47:09.126" v="88" actId="255"/>
          <ac:spMkLst>
            <pc:docMk/>
            <pc:sldMk cId="742268256" sldId="261"/>
            <ac:spMk id="35" creationId="{53DEDFC5-4F9C-4318-91F8-B2F3E288A70E}"/>
          </ac:spMkLst>
        </pc:spChg>
        <pc:spChg chg="mod">
          <ac:chgData name="MappillaiMeeran A" userId="df1ef35d0eadfa24" providerId="LiveId" clId="{88D46C5A-2633-4481-8A4B-5A11211D5E64}" dt="2026-06-08T15:47:09.126" v="88" actId="255"/>
          <ac:spMkLst>
            <pc:docMk/>
            <pc:sldMk cId="742268256" sldId="261"/>
            <ac:spMk id="37" creationId="{5FF56408-10E7-4FF7-A279-C34CD7EC8E83}"/>
          </ac:spMkLst>
        </pc:spChg>
        <pc:spChg chg="mod">
          <ac:chgData name="MappillaiMeeran A" userId="df1ef35d0eadfa24" providerId="LiveId" clId="{88D46C5A-2633-4481-8A4B-5A11211D5E64}" dt="2026-06-08T15:47:09.126" v="88" actId="255"/>
          <ac:spMkLst>
            <pc:docMk/>
            <pc:sldMk cId="742268256" sldId="261"/>
            <ac:spMk id="38" creationId="{859137F8-C945-4CEA-B6B4-BB61E722CE09}"/>
          </ac:spMkLst>
        </pc:spChg>
        <pc:spChg chg="mod">
          <ac:chgData name="MappillaiMeeran A" userId="df1ef35d0eadfa24" providerId="LiveId" clId="{88D46C5A-2633-4481-8A4B-5A11211D5E64}" dt="2026-06-08T15:47:09.126" v="88" actId="255"/>
          <ac:spMkLst>
            <pc:docMk/>
            <pc:sldMk cId="742268256" sldId="261"/>
            <ac:spMk id="39" creationId="{C271D3A1-649D-4B66-A71F-168FEA86B8E1}"/>
          </ac:spMkLst>
        </pc:spChg>
        <pc:spChg chg="mod">
          <ac:chgData name="MappillaiMeeran A" userId="df1ef35d0eadfa24" providerId="LiveId" clId="{88D46C5A-2633-4481-8A4B-5A11211D5E64}" dt="2026-06-08T15:47:09.126" v="88" actId="255"/>
          <ac:spMkLst>
            <pc:docMk/>
            <pc:sldMk cId="742268256" sldId="261"/>
            <ac:spMk id="40" creationId="{D430E956-2FF1-4BDA-8080-D5D9689FDC00}"/>
          </ac:spMkLst>
        </pc:spChg>
        <pc:spChg chg="mod">
          <ac:chgData name="MappillaiMeeran A" userId="df1ef35d0eadfa24" providerId="LiveId" clId="{88D46C5A-2633-4481-8A4B-5A11211D5E64}" dt="2026-06-08T16:27:11.450" v="248" actId="113"/>
          <ac:spMkLst>
            <pc:docMk/>
            <pc:sldMk cId="742268256" sldId="261"/>
            <ac:spMk id="41" creationId="{D5A1A2E1-04E7-4ADA-A865-1CB292E5071E}"/>
          </ac:spMkLst>
        </pc:spChg>
        <pc:spChg chg="mod">
          <ac:chgData name="MappillaiMeeran A" userId="df1ef35d0eadfa24" providerId="LiveId" clId="{88D46C5A-2633-4481-8A4B-5A11211D5E64}" dt="2026-06-08T16:29:11.259" v="258" actId="255"/>
          <ac:spMkLst>
            <pc:docMk/>
            <pc:sldMk cId="742268256" sldId="261"/>
            <ac:spMk id="42" creationId="{95155237-F3D8-4F92-98B4-B3ED29897CC6}"/>
          </ac:spMkLst>
        </pc:spChg>
        <pc:picChg chg="add mod">
          <ac:chgData name="MappillaiMeeran A" userId="df1ef35d0eadfa24" providerId="LiveId" clId="{88D46C5A-2633-4481-8A4B-5A11211D5E64}" dt="2026-06-08T16:21:15.036" v="227"/>
          <ac:picMkLst>
            <pc:docMk/>
            <pc:sldMk cId="742268256" sldId="261"/>
            <ac:picMk id="43" creationId="{B2DBE177-7C04-68AF-DFE4-621A21FEA96F}"/>
          </ac:picMkLst>
        </pc:picChg>
      </pc:sldChg>
      <pc:sldChg chg="addSp modSp mod">
        <pc:chgData name="MappillaiMeeran A" userId="df1ef35d0eadfa24" providerId="LiveId" clId="{88D46C5A-2633-4481-8A4B-5A11211D5E64}" dt="2026-06-08T16:29:30.174" v="260" actId="1076"/>
        <pc:sldMkLst>
          <pc:docMk/>
          <pc:sldMk cId="953347509" sldId="262"/>
        </pc:sldMkLst>
        <pc:spChg chg="mod">
          <ac:chgData name="MappillaiMeeran A" userId="df1ef35d0eadfa24" providerId="LiveId" clId="{88D46C5A-2633-4481-8A4B-5A11211D5E64}" dt="2026-06-08T15:50:04.910" v="111" actId="1076"/>
          <ac:spMkLst>
            <pc:docMk/>
            <pc:sldMk cId="953347509" sldId="262"/>
            <ac:spMk id="3" creationId="{EC8B8C12-9FF8-483D-AE40-769AD8A0C997}"/>
          </ac:spMkLst>
        </pc:spChg>
        <pc:spChg chg="mod">
          <ac:chgData name="MappillaiMeeran A" userId="df1ef35d0eadfa24" providerId="LiveId" clId="{88D46C5A-2633-4481-8A4B-5A11211D5E64}" dt="2026-06-08T15:51:16.478" v="116" actId="14100"/>
          <ac:spMkLst>
            <pc:docMk/>
            <pc:sldMk cId="953347509" sldId="262"/>
            <ac:spMk id="7" creationId="{38290CBF-EE84-4965-A0F1-094C1765717C}"/>
          </ac:spMkLst>
        </pc:spChg>
        <pc:spChg chg="mod">
          <ac:chgData name="MappillaiMeeran A" userId="df1ef35d0eadfa24" providerId="LiveId" clId="{88D46C5A-2633-4481-8A4B-5A11211D5E64}" dt="2026-06-08T15:50:41.401" v="114" actId="255"/>
          <ac:spMkLst>
            <pc:docMk/>
            <pc:sldMk cId="953347509" sldId="262"/>
            <ac:spMk id="8" creationId="{8BE3B437-6EBB-4CD7-8519-711FDFF54386}"/>
          </ac:spMkLst>
        </pc:spChg>
        <pc:spChg chg="mod">
          <ac:chgData name="MappillaiMeeran A" userId="df1ef35d0eadfa24" providerId="LiveId" clId="{88D46C5A-2633-4481-8A4B-5A11211D5E64}" dt="2026-06-08T15:51:16.478" v="116" actId="14100"/>
          <ac:spMkLst>
            <pc:docMk/>
            <pc:sldMk cId="953347509" sldId="262"/>
            <ac:spMk id="9" creationId="{95F6F8CA-4BD3-45A8-BC9B-45DDC9CDC931}"/>
          </ac:spMkLst>
        </pc:spChg>
        <pc:spChg chg="mod">
          <ac:chgData name="MappillaiMeeran A" userId="df1ef35d0eadfa24" providerId="LiveId" clId="{88D46C5A-2633-4481-8A4B-5A11211D5E64}" dt="2026-06-08T15:50:41.401" v="114" actId="255"/>
          <ac:spMkLst>
            <pc:docMk/>
            <pc:sldMk cId="953347509" sldId="262"/>
            <ac:spMk id="10" creationId="{7F8AD5F8-FA92-4B3C-BAD9-A74CDAD65F6A}"/>
          </ac:spMkLst>
        </pc:spChg>
        <pc:spChg chg="mod">
          <ac:chgData name="MappillaiMeeran A" userId="df1ef35d0eadfa24" providerId="LiveId" clId="{88D46C5A-2633-4481-8A4B-5A11211D5E64}" dt="2026-06-08T15:51:16.478" v="116" actId="14100"/>
          <ac:spMkLst>
            <pc:docMk/>
            <pc:sldMk cId="953347509" sldId="262"/>
            <ac:spMk id="11" creationId="{5C104EA4-FE03-4E65-AC63-93F96A422871}"/>
          </ac:spMkLst>
        </pc:spChg>
        <pc:spChg chg="mod">
          <ac:chgData name="MappillaiMeeran A" userId="df1ef35d0eadfa24" providerId="LiveId" clId="{88D46C5A-2633-4481-8A4B-5A11211D5E64}" dt="2026-06-08T15:50:41.401" v="114" actId="255"/>
          <ac:spMkLst>
            <pc:docMk/>
            <pc:sldMk cId="953347509" sldId="262"/>
            <ac:spMk id="12" creationId="{9935F178-A6CA-414E-8337-5A2BF278F077}"/>
          </ac:spMkLst>
        </pc:spChg>
        <pc:spChg chg="mod">
          <ac:chgData name="MappillaiMeeran A" userId="df1ef35d0eadfa24" providerId="LiveId" clId="{88D46C5A-2633-4481-8A4B-5A11211D5E64}" dt="2026-06-08T15:51:16.478" v="116" actId="14100"/>
          <ac:spMkLst>
            <pc:docMk/>
            <pc:sldMk cId="953347509" sldId="262"/>
            <ac:spMk id="13" creationId="{EECFCD99-4866-4F0A-BA38-DCD459EEDD98}"/>
          </ac:spMkLst>
        </pc:spChg>
        <pc:spChg chg="mod">
          <ac:chgData name="MappillaiMeeran A" userId="df1ef35d0eadfa24" providerId="LiveId" clId="{88D46C5A-2633-4481-8A4B-5A11211D5E64}" dt="2026-06-08T15:51:16.478" v="116" actId="14100"/>
          <ac:spMkLst>
            <pc:docMk/>
            <pc:sldMk cId="953347509" sldId="262"/>
            <ac:spMk id="15" creationId="{08CD9114-5BA1-48E3-8A3F-D262F873A0F4}"/>
          </ac:spMkLst>
        </pc:spChg>
        <pc:spChg chg="mod">
          <ac:chgData name="MappillaiMeeran A" userId="df1ef35d0eadfa24" providerId="LiveId" clId="{88D46C5A-2633-4481-8A4B-5A11211D5E64}" dt="2026-06-08T15:50:41.401" v="114" actId="255"/>
          <ac:spMkLst>
            <pc:docMk/>
            <pc:sldMk cId="953347509" sldId="262"/>
            <ac:spMk id="16" creationId="{BFEDCDF4-FF6C-44F2-820B-76FA81E0A88C}"/>
          </ac:spMkLst>
        </pc:spChg>
        <pc:spChg chg="mod">
          <ac:chgData name="MappillaiMeeran A" userId="df1ef35d0eadfa24" providerId="LiveId" clId="{88D46C5A-2633-4481-8A4B-5A11211D5E64}" dt="2026-06-08T15:51:16.478" v="116" actId="14100"/>
          <ac:spMkLst>
            <pc:docMk/>
            <pc:sldMk cId="953347509" sldId="262"/>
            <ac:spMk id="17" creationId="{176560ED-3EB4-41EA-AB4A-6BFDF4991ADD}"/>
          </ac:spMkLst>
        </pc:spChg>
        <pc:spChg chg="mod">
          <ac:chgData name="MappillaiMeeran A" userId="df1ef35d0eadfa24" providerId="LiveId" clId="{88D46C5A-2633-4481-8A4B-5A11211D5E64}" dt="2026-06-08T15:50:41.401" v="114" actId="255"/>
          <ac:spMkLst>
            <pc:docMk/>
            <pc:sldMk cId="953347509" sldId="262"/>
            <ac:spMk id="18" creationId="{F4B6221E-5AD8-41E3-9A8B-FB6975737FF0}"/>
          </ac:spMkLst>
        </pc:spChg>
        <pc:spChg chg="mod">
          <ac:chgData name="MappillaiMeeran A" userId="df1ef35d0eadfa24" providerId="LiveId" clId="{88D46C5A-2633-4481-8A4B-5A11211D5E64}" dt="2026-06-08T15:52:10.865" v="124" actId="14100"/>
          <ac:spMkLst>
            <pc:docMk/>
            <pc:sldMk cId="953347509" sldId="262"/>
            <ac:spMk id="22" creationId="{2073A2E4-3B9D-4650-8542-FF91BB882BCE}"/>
          </ac:spMkLst>
        </pc:spChg>
        <pc:spChg chg="mod">
          <ac:chgData name="MappillaiMeeran A" userId="df1ef35d0eadfa24" providerId="LiveId" clId="{88D46C5A-2633-4481-8A4B-5A11211D5E64}" dt="2026-06-08T15:52:43.480" v="130" actId="1076"/>
          <ac:spMkLst>
            <pc:docMk/>
            <pc:sldMk cId="953347509" sldId="262"/>
            <ac:spMk id="25" creationId="{3546EF0D-64CB-406A-A504-6E453442C55D}"/>
          </ac:spMkLst>
        </pc:spChg>
        <pc:spChg chg="mod">
          <ac:chgData name="MappillaiMeeran A" userId="df1ef35d0eadfa24" providerId="LiveId" clId="{88D46C5A-2633-4481-8A4B-5A11211D5E64}" dt="2026-06-08T15:53:01.580" v="134" actId="1076"/>
          <ac:spMkLst>
            <pc:docMk/>
            <pc:sldMk cId="953347509" sldId="262"/>
            <ac:spMk id="28" creationId="{9E0DDAC8-3B39-4E8B-9DC6-8C5F6320633B}"/>
          </ac:spMkLst>
        </pc:spChg>
        <pc:spChg chg="mod">
          <ac:chgData name="MappillaiMeeran A" userId="df1ef35d0eadfa24" providerId="LiveId" clId="{88D46C5A-2633-4481-8A4B-5A11211D5E64}" dt="2026-06-08T16:08:27.836" v="158" actId="1076"/>
          <ac:spMkLst>
            <pc:docMk/>
            <pc:sldMk cId="953347509" sldId="262"/>
            <ac:spMk id="30" creationId="{E4CB5B87-913E-4EA5-A09C-B1DE83DD8637}"/>
          </ac:spMkLst>
        </pc:spChg>
        <pc:spChg chg="mod">
          <ac:chgData name="MappillaiMeeran A" userId="df1ef35d0eadfa24" providerId="LiveId" clId="{88D46C5A-2633-4481-8A4B-5A11211D5E64}" dt="2026-06-08T15:53:04.393" v="135" actId="1076"/>
          <ac:spMkLst>
            <pc:docMk/>
            <pc:sldMk cId="953347509" sldId="262"/>
            <ac:spMk id="31" creationId="{9B499FCC-9DB8-4D59-9EE3-98938EBAA711}"/>
          </ac:spMkLst>
        </pc:spChg>
        <pc:spChg chg="mod">
          <ac:chgData name="MappillaiMeeran A" userId="df1ef35d0eadfa24" providerId="LiveId" clId="{88D46C5A-2633-4481-8A4B-5A11211D5E64}" dt="2026-06-08T15:53:08.638" v="136" actId="1076"/>
          <ac:spMkLst>
            <pc:docMk/>
            <pc:sldMk cId="953347509" sldId="262"/>
            <ac:spMk id="34" creationId="{3E6816EB-BA5C-4C57-9AB3-623A037DEE51}"/>
          </ac:spMkLst>
        </pc:spChg>
        <pc:spChg chg="mod">
          <ac:chgData name="MappillaiMeeran A" userId="df1ef35d0eadfa24" providerId="LiveId" clId="{88D46C5A-2633-4481-8A4B-5A11211D5E64}" dt="2026-06-08T16:29:30.174" v="260" actId="1076"/>
          <ac:spMkLst>
            <pc:docMk/>
            <pc:sldMk cId="953347509" sldId="262"/>
            <ac:spMk id="36" creationId="{1C9DDE13-14AF-4D0E-938C-5C6E1F60CFCB}"/>
          </ac:spMkLst>
        </pc:spChg>
        <pc:spChg chg="mod">
          <ac:chgData name="MappillaiMeeran A" userId="df1ef35d0eadfa24" providerId="LiveId" clId="{88D46C5A-2633-4481-8A4B-5A11211D5E64}" dt="2026-06-08T16:23:39.451" v="243" actId="113"/>
          <ac:spMkLst>
            <pc:docMk/>
            <pc:sldMk cId="953347509" sldId="262"/>
            <ac:spMk id="37" creationId="{65D2629E-039C-4EAA-95D7-1DDE02E4ACA3}"/>
          </ac:spMkLst>
        </pc:spChg>
        <pc:spChg chg="mod">
          <ac:chgData name="MappillaiMeeran A" userId="df1ef35d0eadfa24" providerId="LiveId" clId="{88D46C5A-2633-4481-8A4B-5A11211D5E64}" dt="2026-06-08T16:29:17.813" v="259" actId="255"/>
          <ac:spMkLst>
            <pc:docMk/>
            <pc:sldMk cId="953347509" sldId="262"/>
            <ac:spMk id="38" creationId="{6FFE45AB-C27F-4884-A8AC-9F1FF7260406}"/>
          </ac:spMkLst>
        </pc:spChg>
        <pc:picChg chg="add mod">
          <ac:chgData name="MappillaiMeeran A" userId="df1ef35d0eadfa24" providerId="LiveId" clId="{88D46C5A-2633-4481-8A4B-5A11211D5E64}" dt="2026-06-08T16:21:20.082" v="228"/>
          <ac:picMkLst>
            <pc:docMk/>
            <pc:sldMk cId="953347509" sldId="262"/>
            <ac:picMk id="39" creationId="{01E9C327-904E-75C3-8350-75DEEC93255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571CBCF-CDE5-44C3-B135-ABC0FA5002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019"/>
          </a:solidFill>
          <a:ln w="0">
            <a:solidFill>
              <a:srgbClr val="10201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7ACC48-3A8D-4B1B-8C02-79DF6A26AF1E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4953000" cy="6858000"/>
          </a:xfrm>
          <a:prstGeom prst="rect">
            <a:avLst/>
          </a:prstGeom>
          <a:solidFill>
            <a:srgbClr val="173B31"/>
          </a:solidFill>
          <a:ln w="0">
            <a:solidFill>
              <a:srgbClr val="173B31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3D733D-7C30-4F7E-AD76-213749AE1524}"/>
              </a:ext>
            </a:extLst>
          </p:cNvPr>
          <p:cNvSpPr>
            <a:spLocks noGrp="1"/>
          </p:cNvSpPr>
          <p:nvPr/>
        </p:nvSpPr>
        <p:spPr>
          <a:xfrm>
            <a:off x="571500" y="6667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9FE3C8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9FE3C8"/>
                </a:solidFill>
                <a:latin typeface="Aptos"/>
                <a:ea typeface="Aptos"/>
                <a:cs typeface="Aptos"/>
              </a:rPr>
              <a:t>MICRO PROJECT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135475-27AF-44CE-88F1-BB5C6C415E86}"/>
              </a:ext>
            </a:extLst>
          </p:cNvPr>
          <p:cNvSpPr>
            <a:spLocks noGrp="1"/>
          </p:cNvSpPr>
          <p:nvPr/>
        </p:nvSpPr>
        <p:spPr>
          <a:xfrm>
            <a:off x="571500" y="1219200"/>
            <a:ext cx="6096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INAI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F7CD80-0C72-4FE4-AD92-55ED9FCC6754}"/>
              </a:ext>
            </a:extLst>
          </p:cNvPr>
          <p:cNvSpPr>
            <a:spLocks noGrp="1"/>
          </p:cNvSpPr>
          <p:nvPr/>
        </p:nvSpPr>
        <p:spPr>
          <a:xfrm>
            <a:off x="590550" y="2114550"/>
            <a:ext cx="61912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F6E7C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6E7C4"/>
                </a:solidFill>
                <a:latin typeface="Aptos Display"/>
                <a:ea typeface="Aptos Display"/>
                <a:cs typeface="Aptos Display"/>
              </a:rPr>
              <a:t>Smart Study Partner &amp; Roommate Matching System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09E2BE-104F-4C6B-8330-AACBB2F43296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5334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1425" b="1" dirty="0" err="1">
                <a:solidFill>
                  <a:srgbClr val="DDE8DE"/>
                </a:solidFill>
                <a:latin typeface="Aptos"/>
                <a:ea typeface="Aptos"/>
                <a:cs typeface="Aptos"/>
              </a:rPr>
              <a:t>Inai</a:t>
            </a:r>
            <a:r>
              <a:rPr sz="1425" b="1" dirty="0">
                <a:solidFill>
                  <a:srgbClr val="DDE8DE"/>
                </a:solidFill>
                <a:latin typeface="Aptos"/>
                <a:ea typeface="Aptos"/>
                <a:cs typeface="Aptos"/>
              </a:rPr>
              <a:t> is an ancient Tamil word meaning connection: connecting the right student to the right knowledge at the right time.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5BCFDA-E17F-4AAA-96F4-3AE7C9647832}"/>
              </a:ext>
            </a:extLst>
          </p:cNvPr>
          <p:cNvSpPr>
            <a:spLocks noGrp="1"/>
          </p:cNvSpPr>
          <p:nvPr/>
        </p:nvSpPr>
        <p:spPr>
          <a:xfrm>
            <a:off x="609600" y="4238625"/>
            <a:ext cx="476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Team: MappillaiMeeran A &amp; Dhinesh 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68B850-0074-410D-870A-47F3F9FB2411}"/>
              </a:ext>
            </a:extLst>
          </p:cNvPr>
          <p:cNvSpPr>
            <a:spLocks noGrp="1"/>
          </p:cNvSpPr>
          <p:nvPr/>
        </p:nvSpPr>
        <p:spPr>
          <a:xfrm>
            <a:off x="609600" y="4638675"/>
            <a:ext cx="476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College: SMVEC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1ACBDD-9D98-4458-A1AE-C121F39A17FA}"/>
              </a:ext>
            </a:extLst>
          </p:cNvPr>
          <p:cNvSpPr>
            <a:spLocks noGrp="1"/>
          </p:cNvSpPr>
          <p:nvPr/>
        </p:nvSpPr>
        <p:spPr>
          <a:xfrm>
            <a:off x="609600" y="5038725"/>
            <a:ext cx="476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Department: MCA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96A5F8-15D0-4B6B-BE05-5DFF724CCB50}"/>
              </a:ext>
            </a:extLst>
          </p:cNvPr>
          <p:cNvSpPr>
            <a:spLocks noGrp="1"/>
          </p:cNvSpPr>
          <p:nvPr/>
        </p:nvSpPr>
        <p:spPr>
          <a:xfrm>
            <a:off x="609600" y="5438775"/>
            <a:ext cx="476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Date: </a:t>
            </a:r>
            <a:r>
              <a:rPr lang="en-US" sz="14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9 </a:t>
            </a:r>
            <a:r>
              <a:rPr sz="14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June 2026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D604009-AB42-44BC-B09C-5AE9ACFA1120}"/>
              </a:ext>
            </a:extLst>
          </p:cNvPr>
          <p:cNvSpPr>
            <a:spLocks noGrp="1"/>
          </p:cNvSpPr>
          <p:nvPr/>
        </p:nvSpPr>
        <p:spPr>
          <a:xfrm>
            <a:off x="8096250" y="1428750"/>
            <a:ext cx="1219200" cy="1219200"/>
          </a:xfrm>
          <a:prstGeom prst="ellipse">
            <a:avLst/>
          </a:prstGeom>
          <a:solidFill>
            <a:srgbClr val="0F7A5A"/>
          </a:solidFill>
          <a:ln w="19050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15729C-7F19-4DBB-ACF3-C50EA2DC0499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1028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Register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5798D72-7419-40CE-A8DF-C40AE2AF677D}"/>
              </a:ext>
            </a:extLst>
          </p:cNvPr>
          <p:cNvSpPr>
            <a:spLocks noGrp="1"/>
          </p:cNvSpPr>
          <p:nvPr/>
        </p:nvSpPr>
        <p:spPr>
          <a:xfrm>
            <a:off x="9410700" y="2724150"/>
            <a:ext cx="1219200" cy="1219200"/>
          </a:xfrm>
          <a:prstGeom prst="ellipse">
            <a:avLst/>
          </a:prstGeom>
          <a:solidFill>
            <a:srgbClr val="B87916"/>
          </a:solidFill>
          <a:ln w="19050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47C0B3-36D7-49D5-8C68-F3FA4606B465}"/>
              </a:ext>
            </a:extLst>
          </p:cNvPr>
          <p:cNvSpPr>
            <a:spLocks noGrp="1"/>
          </p:cNvSpPr>
          <p:nvPr/>
        </p:nvSpPr>
        <p:spPr>
          <a:xfrm>
            <a:off x="9505950" y="3181350"/>
            <a:ext cx="1028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Match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49E9947-FFDA-4AB2-9A82-D5ED9A1E1A34}"/>
              </a:ext>
            </a:extLst>
          </p:cNvPr>
          <p:cNvSpPr>
            <a:spLocks noGrp="1"/>
          </p:cNvSpPr>
          <p:nvPr/>
        </p:nvSpPr>
        <p:spPr>
          <a:xfrm>
            <a:off x="8096250" y="4019550"/>
            <a:ext cx="1219200" cy="1219200"/>
          </a:xfrm>
          <a:prstGeom prst="ellipse">
            <a:avLst/>
          </a:prstGeom>
          <a:solidFill>
            <a:srgbClr val="0F7A5A"/>
          </a:solidFill>
          <a:ln w="19050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285BBA-6E55-4944-8304-239C28E147D6}"/>
              </a:ext>
            </a:extLst>
          </p:cNvPr>
          <p:cNvSpPr>
            <a:spLocks noGrp="1"/>
          </p:cNvSpPr>
          <p:nvPr/>
        </p:nvSpPr>
        <p:spPr>
          <a:xfrm>
            <a:off x="8191500" y="4476750"/>
            <a:ext cx="1028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5C1C39D-6EF2-DD96-0E78-33C8C6338C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99" t="9722" r="15279" b="11945"/>
          <a:stretch>
            <a:fillRect/>
          </a:stretch>
        </p:blipFill>
        <p:spPr>
          <a:xfrm>
            <a:off x="1905312" y="1238250"/>
            <a:ext cx="711335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871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kicker-2-label">
            <a:extLst>
              <a:ext uri="{FF2B5EF4-FFF2-40B4-BE49-F238E27FC236}">
                <a16:creationId xmlns:a16="http://schemas.microsoft.com/office/drawing/2014/main" id="{F7113EE5-7FDB-45C3-A930-319C49CD786C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0F7A5A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2" name="kicker-2-marker">
            <a:extLst>
              <a:ext uri="{FF2B5EF4-FFF2-40B4-BE49-F238E27FC236}">
                <a16:creationId xmlns:a16="http://schemas.microsoft.com/office/drawing/2014/main" id="{5A654A89-ACA6-4035-9485-C99710A64978}"/>
              </a:ext>
            </a:extLst>
          </p:cNvPr>
          <p:cNvSpPr>
            <a:spLocks noGrp="1"/>
          </p:cNvSpPr>
          <p:nvPr/>
        </p:nvSpPr>
        <p:spPr>
          <a:xfrm>
            <a:off x="400050" y="390525"/>
            <a:ext cx="76200" cy="76200"/>
          </a:xfrm>
          <a:prstGeom prst="ellipse">
            <a:avLst/>
          </a:prstGeom>
          <a:solidFill>
            <a:srgbClr val="0F7A5A"/>
          </a:solidFill>
          <a:ln w="0">
            <a:solidFill>
              <a:srgbClr val="0F7A5A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7392BB-78CC-4EEB-A93E-58DDE2191B37}"/>
              </a:ext>
            </a:extLst>
          </p:cNvPr>
          <p:cNvSpPr>
            <a:spLocks noGrp="1"/>
          </p:cNvSpPr>
          <p:nvPr/>
        </p:nvSpPr>
        <p:spPr>
          <a:xfrm>
            <a:off x="400049" y="590550"/>
            <a:ext cx="9178665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Hostel students have nearby help, but no safe way to discover it.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242A1C-8A80-428F-991A-B8079993079C}"/>
              </a:ext>
            </a:extLst>
          </p:cNvPr>
          <p:cNvSpPr>
            <a:spLocks noGrp="1"/>
          </p:cNvSpPr>
          <p:nvPr/>
        </p:nvSpPr>
        <p:spPr>
          <a:xfrm>
            <a:off x="400050" y="1181100"/>
            <a:ext cx="113919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A3DD67-CE1A-4F85-8B42-A525868DF6B9}"/>
              </a:ext>
            </a:extLst>
          </p:cNvPr>
          <p:cNvSpPr>
            <a:spLocks noGrp="1"/>
          </p:cNvSpPr>
          <p:nvPr/>
        </p:nvSpPr>
        <p:spPr>
          <a:xfrm>
            <a:off x="10991850" y="63817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12C60E3-0B5E-4271-BA1F-D7FE11B11D7B}"/>
              </a:ext>
            </a:extLst>
          </p:cNvPr>
          <p:cNvSpPr>
            <a:spLocks noGrp="1"/>
          </p:cNvSpPr>
          <p:nvPr/>
        </p:nvSpPr>
        <p:spPr>
          <a:xfrm>
            <a:off x="495300" y="1524000"/>
            <a:ext cx="2095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4BBD95-A721-4007-A646-AB9677459D74}"/>
              </a:ext>
            </a:extLst>
          </p:cNvPr>
          <p:cNvSpPr>
            <a:spLocks noGrp="1"/>
          </p:cNvSpPr>
          <p:nvPr/>
        </p:nvSpPr>
        <p:spPr>
          <a:xfrm>
            <a:off x="590550" y="16192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00" b="1">
                <a:solidFill>
                  <a:srgbClr val="C4493D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C4493D"/>
                </a:solidFill>
                <a:latin typeface="Aptos"/>
                <a:ea typeface="Aptos"/>
                <a:cs typeface="Aptos"/>
              </a:rPr>
              <a:t>Stuck at Night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4F635F-6458-468C-9EEB-708CA9C4A54B}"/>
              </a:ext>
            </a:extLst>
          </p:cNvPr>
          <p:cNvSpPr>
            <a:spLocks noGrp="1"/>
          </p:cNvSpPr>
          <p:nvPr/>
        </p:nvSpPr>
        <p:spPr>
          <a:xfrm>
            <a:off x="590550" y="1885950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1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DSA, Java, OS doubts during exam hours.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01F2AC0-B895-4849-AB33-1A1C05558292}"/>
              </a:ext>
            </a:extLst>
          </p:cNvPr>
          <p:cNvSpPr>
            <a:spLocks noGrp="1"/>
          </p:cNvSpPr>
          <p:nvPr/>
        </p:nvSpPr>
        <p:spPr>
          <a:xfrm>
            <a:off x="2876550" y="1524000"/>
            <a:ext cx="2095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245357-2B93-47AD-B7A6-8F3D5EB05A3E}"/>
              </a:ext>
            </a:extLst>
          </p:cNvPr>
          <p:cNvSpPr>
            <a:spLocks noGrp="1"/>
          </p:cNvSpPr>
          <p:nvPr/>
        </p:nvSpPr>
        <p:spPr>
          <a:xfrm>
            <a:off x="2971800" y="16192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00" b="1">
                <a:solidFill>
                  <a:srgbClr val="5B3A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3A70"/>
                </a:solidFill>
                <a:latin typeface="Aptos"/>
                <a:ea typeface="Aptos"/>
                <a:cs typeface="Aptos"/>
              </a:rPr>
              <a:t>Roommate Mismatch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3195DF-3E55-49C2-9B29-C40514680B1D}"/>
              </a:ext>
            </a:extLst>
          </p:cNvPr>
          <p:cNvSpPr>
            <a:spLocks noGrp="1"/>
          </p:cNvSpPr>
          <p:nvPr/>
        </p:nvSpPr>
        <p:spPr>
          <a:xfrm>
            <a:off x="2971800" y="1885950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1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Random pairing creates lifestyle conflicts.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55E43B2-7E99-4056-886F-2B7E511994FC}"/>
              </a:ext>
            </a:extLst>
          </p:cNvPr>
          <p:cNvSpPr>
            <a:spLocks noGrp="1"/>
          </p:cNvSpPr>
          <p:nvPr/>
        </p:nvSpPr>
        <p:spPr>
          <a:xfrm>
            <a:off x="5257800" y="1524000"/>
            <a:ext cx="2095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52E0BF-60BD-4F38-AF80-73BA2D08C94F}"/>
              </a:ext>
            </a:extLst>
          </p:cNvPr>
          <p:cNvSpPr>
            <a:spLocks noGrp="1"/>
          </p:cNvSpPr>
          <p:nvPr/>
        </p:nvSpPr>
        <p:spPr>
          <a:xfrm>
            <a:off x="5353050" y="16192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00" b="1">
                <a:solidFill>
                  <a:srgbClr val="B879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7916"/>
                </a:solidFill>
                <a:latin typeface="Aptos"/>
                <a:ea typeface="Aptos"/>
                <a:cs typeface="Aptos"/>
              </a:rPr>
              <a:t>Unsafe Interactions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EDB6B2-9EB1-4E5F-8B65-21AB39D60D9F}"/>
              </a:ext>
            </a:extLst>
          </p:cNvPr>
          <p:cNvSpPr>
            <a:spLocks noGrp="1"/>
          </p:cNvSpPr>
          <p:nvPr/>
        </p:nvSpPr>
        <p:spPr>
          <a:xfrm>
            <a:off x="5353050" y="1885950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1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Unknown </a:t>
            </a:r>
            <a:r>
              <a:rPr sz="1100" b="0" dirty="0" err="1">
                <a:solidFill>
                  <a:srgbClr val="5E665F"/>
                </a:solidFill>
                <a:latin typeface="Aptos"/>
                <a:ea typeface="Aptos"/>
                <a:cs typeface="Aptos"/>
              </a:rPr>
              <a:t>neighbours</a:t>
            </a:r>
            <a:r>
              <a:rPr sz="11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 feel awkward to approach.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CDB028D-F7BA-400D-A5B6-27BE18DAEB68}"/>
              </a:ext>
            </a:extLst>
          </p:cNvPr>
          <p:cNvSpPr>
            <a:spLocks noGrp="1"/>
          </p:cNvSpPr>
          <p:nvPr/>
        </p:nvSpPr>
        <p:spPr>
          <a:xfrm>
            <a:off x="495300" y="2724150"/>
            <a:ext cx="2095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7779B0-272C-4FBD-AEA8-4807AFFC1B73}"/>
              </a:ext>
            </a:extLst>
          </p:cNvPr>
          <p:cNvSpPr>
            <a:spLocks noGrp="1"/>
          </p:cNvSpPr>
          <p:nvPr/>
        </p:nvSpPr>
        <p:spPr>
          <a:xfrm>
            <a:off x="590550" y="28194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0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No Flexible Matching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C07179-D05F-4042-AB7D-4BC90F9980BF}"/>
              </a:ext>
            </a:extLst>
          </p:cNvPr>
          <p:cNvSpPr>
            <a:spLocks noGrp="1"/>
          </p:cNvSpPr>
          <p:nvPr/>
        </p:nvSpPr>
        <p:spPr>
          <a:xfrm>
            <a:off x="590550" y="3086100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1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Need both instant help and best-fit matching.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0034476-DC90-44EF-9821-5F3792DC0E4A}"/>
              </a:ext>
            </a:extLst>
          </p:cNvPr>
          <p:cNvSpPr>
            <a:spLocks noGrp="1"/>
          </p:cNvSpPr>
          <p:nvPr/>
        </p:nvSpPr>
        <p:spPr>
          <a:xfrm>
            <a:off x="2876550" y="2724150"/>
            <a:ext cx="2095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5296B0-CB47-436C-BF40-55EA0EA3DAB4}"/>
              </a:ext>
            </a:extLst>
          </p:cNvPr>
          <p:cNvSpPr>
            <a:spLocks noGrp="1"/>
          </p:cNvSpPr>
          <p:nvPr/>
        </p:nvSpPr>
        <p:spPr>
          <a:xfrm>
            <a:off x="2971800" y="28194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Out-of-State Isolation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E1B19C-B3B8-43DA-8ED5-FABF68EB74A3}"/>
              </a:ext>
            </a:extLst>
          </p:cNvPr>
          <p:cNvSpPr>
            <a:spLocks noGrp="1"/>
          </p:cNvSpPr>
          <p:nvPr/>
        </p:nvSpPr>
        <p:spPr>
          <a:xfrm>
            <a:off x="2971800" y="3086100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1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Language/state familiarity is hard to find.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10B3F27-2297-45C8-A0C2-7F0D1DFC3023}"/>
              </a:ext>
            </a:extLst>
          </p:cNvPr>
          <p:cNvSpPr>
            <a:spLocks noGrp="1"/>
          </p:cNvSpPr>
          <p:nvPr/>
        </p:nvSpPr>
        <p:spPr>
          <a:xfrm>
            <a:off x="5257800" y="2724150"/>
            <a:ext cx="2095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B9DB0A-09E5-4F47-9FA5-E87868C09160}"/>
              </a:ext>
            </a:extLst>
          </p:cNvPr>
          <p:cNvSpPr>
            <a:spLocks noGrp="1"/>
          </p:cNvSpPr>
          <p:nvPr/>
        </p:nvSpPr>
        <p:spPr>
          <a:xfrm>
            <a:off x="5353050" y="28194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0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Unorganized Tools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16FFD9-FFE1-4A1D-ABD1-41CC10820243}"/>
              </a:ext>
            </a:extLst>
          </p:cNvPr>
          <p:cNvSpPr>
            <a:spLocks noGrp="1"/>
          </p:cNvSpPr>
          <p:nvPr/>
        </p:nvSpPr>
        <p:spPr>
          <a:xfrm>
            <a:off x="5353050" y="3086100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1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Groups and notices are noisy, stale, and unfiltered.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8B97E0-F81A-42F6-9357-B7055709ED30}"/>
              </a:ext>
            </a:extLst>
          </p:cNvPr>
          <p:cNvSpPr>
            <a:spLocks noGrp="1"/>
          </p:cNvSpPr>
          <p:nvPr/>
        </p:nvSpPr>
        <p:spPr>
          <a:xfrm>
            <a:off x="7867650" y="1466849"/>
            <a:ext cx="3924300" cy="752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3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Existing solutions still miss the system layer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90EA5F-C6A7-44C7-823F-21CD105F244F}"/>
              </a:ext>
            </a:extLst>
          </p:cNvPr>
          <p:cNvSpPr>
            <a:spLocks noGrp="1"/>
          </p:cNvSpPr>
          <p:nvPr/>
        </p:nvSpPr>
        <p:spPr>
          <a:xfrm>
            <a:off x="7867650" y="1952625"/>
            <a:ext cx="10477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WhatsApp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7DEB42-2E98-4375-AA3E-18985D194D64}"/>
              </a:ext>
            </a:extLst>
          </p:cNvPr>
          <p:cNvSpPr>
            <a:spLocks noGrp="1"/>
          </p:cNvSpPr>
          <p:nvPr/>
        </p:nvSpPr>
        <p:spPr>
          <a:xfrm>
            <a:off x="8991600" y="1952625"/>
            <a:ext cx="13335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00" b="0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No skill filter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630DCFB-25E2-4E42-87F5-2D71E127C6E6}"/>
              </a:ext>
            </a:extLst>
          </p:cNvPr>
          <p:cNvSpPr>
            <a:spLocks noGrp="1"/>
          </p:cNvSpPr>
          <p:nvPr/>
        </p:nvSpPr>
        <p:spPr>
          <a:xfrm>
            <a:off x="10382250" y="1952625"/>
            <a:ext cx="12001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00" b="0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No algorithm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F896E0-C797-437B-ADD7-3F439D08EC29}"/>
              </a:ext>
            </a:extLst>
          </p:cNvPr>
          <p:cNvSpPr>
            <a:spLocks noGrp="1"/>
          </p:cNvSpPr>
          <p:nvPr/>
        </p:nvSpPr>
        <p:spPr>
          <a:xfrm>
            <a:off x="7867650" y="2409825"/>
            <a:ext cx="104775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Friends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B326A47-2B50-4BE4-A2C5-296265515BA5}"/>
              </a:ext>
            </a:extLst>
          </p:cNvPr>
          <p:cNvSpPr>
            <a:spLocks noGrp="1"/>
          </p:cNvSpPr>
          <p:nvPr/>
        </p:nvSpPr>
        <p:spPr>
          <a:xfrm>
            <a:off x="8991600" y="2409825"/>
            <a:ext cx="13335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00" b="0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Limited reach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0F18EB8-DFA6-4912-9045-076333EE5993}"/>
              </a:ext>
            </a:extLst>
          </p:cNvPr>
          <p:cNvSpPr>
            <a:spLocks noGrp="1"/>
          </p:cNvSpPr>
          <p:nvPr/>
        </p:nvSpPr>
        <p:spPr>
          <a:xfrm>
            <a:off x="10382250" y="2409825"/>
            <a:ext cx="120015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00" b="0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No discovery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B673CA2-5E73-4659-AF48-D26001AEDB7C}"/>
              </a:ext>
            </a:extLst>
          </p:cNvPr>
          <p:cNvSpPr>
            <a:spLocks noGrp="1"/>
          </p:cNvSpPr>
          <p:nvPr/>
        </p:nvSpPr>
        <p:spPr>
          <a:xfrm>
            <a:off x="7867650" y="2867025"/>
            <a:ext cx="10477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YouTube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B310980-99D7-4617-9696-84B8D4BE6870}"/>
              </a:ext>
            </a:extLst>
          </p:cNvPr>
          <p:cNvSpPr>
            <a:spLocks noGrp="1"/>
          </p:cNvSpPr>
          <p:nvPr/>
        </p:nvSpPr>
        <p:spPr>
          <a:xfrm>
            <a:off x="8991600" y="2867025"/>
            <a:ext cx="13335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00" b="0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Generic content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891E61B-8A40-4C96-B68D-85554C245E1D}"/>
              </a:ext>
            </a:extLst>
          </p:cNvPr>
          <p:cNvSpPr>
            <a:spLocks noGrp="1"/>
          </p:cNvSpPr>
          <p:nvPr/>
        </p:nvSpPr>
        <p:spPr>
          <a:xfrm>
            <a:off x="10382250" y="2867025"/>
            <a:ext cx="12001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00" b="0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No syllabus fit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021DE49-8232-4EDB-B2EB-263F8AFCA5DF}"/>
              </a:ext>
            </a:extLst>
          </p:cNvPr>
          <p:cNvSpPr>
            <a:spLocks noGrp="1"/>
          </p:cNvSpPr>
          <p:nvPr/>
        </p:nvSpPr>
        <p:spPr>
          <a:xfrm>
            <a:off x="7867650" y="3324225"/>
            <a:ext cx="104775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Notice board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0185CC5-2EF8-4914-9499-3ACAAFD68DB5}"/>
              </a:ext>
            </a:extLst>
          </p:cNvPr>
          <p:cNvSpPr>
            <a:spLocks noGrp="1"/>
          </p:cNvSpPr>
          <p:nvPr/>
        </p:nvSpPr>
        <p:spPr>
          <a:xfrm>
            <a:off x="8991600" y="3324225"/>
            <a:ext cx="13335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00" b="0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Outdated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811F008-C9EC-44D8-B498-8539CB4F3B4A}"/>
              </a:ext>
            </a:extLst>
          </p:cNvPr>
          <p:cNvSpPr>
            <a:spLocks noGrp="1"/>
          </p:cNvSpPr>
          <p:nvPr/>
        </p:nvSpPr>
        <p:spPr>
          <a:xfrm>
            <a:off x="10382250" y="3324225"/>
            <a:ext cx="120015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00" b="0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No live status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ECEAED0-EDB2-423F-8A99-D2EFDCC46751}"/>
              </a:ext>
            </a:extLst>
          </p:cNvPr>
          <p:cNvSpPr>
            <a:spLocks noGrp="1"/>
          </p:cNvSpPr>
          <p:nvPr/>
        </p:nvSpPr>
        <p:spPr>
          <a:xfrm>
            <a:off x="7867650" y="3781425"/>
            <a:ext cx="10477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Nothing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83C5D70-6260-4CA6-B7DF-35ABE0DEB8E4}"/>
              </a:ext>
            </a:extLst>
          </p:cNvPr>
          <p:cNvSpPr>
            <a:spLocks noGrp="1"/>
          </p:cNvSpPr>
          <p:nvPr/>
        </p:nvSpPr>
        <p:spPr>
          <a:xfrm>
            <a:off x="8991600" y="3781425"/>
            <a:ext cx="13335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00" b="0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Silent struggle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8EE568C-95F2-4738-8CB7-7FA667DD7733}"/>
              </a:ext>
            </a:extLst>
          </p:cNvPr>
          <p:cNvSpPr>
            <a:spLocks noGrp="1"/>
          </p:cNvSpPr>
          <p:nvPr/>
        </p:nvSpPr>
        <p:spPr>
          <a:xfrm>
            <a:off x="10382250" y="3781425"/>
            <a:ext cx="12001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00" b="0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No platform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8241CB0-58CF-487B-92DD-02ADF110E1B1}"/>
              </a:ext>
            </a:extLst>
          </p:cNvPr>
          <p:cNvSpPr>
            <a:spLocks noGrp="1"/>
          </p:cNvSpPr>
          <p:nvPr/>
        </p:nvSpPr>
        <p:spPr>
          <a:xfrm>
            <a:off x="666750" y="5286375"/>
            <a:ext cx="10382250" cy="514350"/>
          </a:xfrm>
          <a:prstGeom prst="rect">
            <a:avLst/>
          </a:prstGeom>
          <a:solidFill>
            <a:srgbClr val="102019"/>
          </a:solidFill>
          <a:ln w="0">
            <a:solidFill>
              <a:srgbClr val="102019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A4B58BB-2E7A-4EB7-B0A7-E3BB2CCDDF53}"/>
              </a:ext>
            </a:extLst>
          </p:cNvPr>
          <p:cNvSpPr>
            <a:spLocks noGrp="1"/>
          </p:cNvSpPr>
          <p:nvPr/>
        </p:nvSpPr>
        <p:spPr>
          <a:xfrm>
            <a:off x="838200" y="5334000"/>
            <a:ext cx="10001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800" b="1">
                <a:solidFill>
                  <a:srgbClr val="F6E7C4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F6E7C4"/>
                </a:solidFill>
                <a:latin typeface="Aptos"/>
                <a:ea typeface="Aptos"/>
                <a:cs typeface="Aptos"/>
              </a:rPr>
              <a:t>"The right study partner is 2 rooms away - but you'll never know."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EBE5BAD-DD99-4930-B7F2-679DBA14A9D1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590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1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INAI | Smart Study Partner &amp; Roommate Matching System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FA65802C-CA81-F89A-86A4-29806AECA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9450" y="202301"/>
            <a:ext cx="1242873" cy="37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234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kicker-3-label">
            <a:extLst>
              <a:ext uri="{FF2B5EF4-FFF2-40B4-BE49-F238E27FC236}">
                <a16:creationId xmlns:a16="http://schemas.microsoft.com/office/drawing/2014/main" id="{D477807D-73F6-4C07-8675-421F68D70361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0F7A5A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2" name="kicker-3-marker">
            <a:extLst>
              <a:ext uri="{FF2B5EF4-FFF2-40B4-BE49-F238E27FC236}">
                <a16:creationId xmlns:a16="http://schemas.microsoft.com/office/drawing/2014/main" id="{D922824A-B893-4D0C-9EEC-840024CB1E0C}"/>
              </a:ext>
            </a:extLst>
          </p:cNvPr>
          <p:cNvSpPr>
            <a:spLocks noGrp="1"/>
          </p:cNvSpPr>
          <p:nvPr/>
        </p:nvSpPr>
        <p:spPr>
          <a:xfrm>
            <a:off x="400050" y="390525"/>
            <a:ext cx="76200" cy="76200"/>
          </a:xfrm>
          <a:prstGeom prst="ellipse">
            <a:avLst/>
          </a:prstGeom>
          <a:solidFill>
            <a:srgbClr val="0F7A5A"/>
          </a:solidFill>
          <a:ln w="0">
            <a:solidFill>
              <a:srgbClr val="0F7A5A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D65E3A-8D5A-4F45-8D11-E950E17B26F4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1727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INAI turns student profiles into safe, ranked academic connections.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F0C033-EEA4-4424-BFC1-5E9DEE97EFD0}"/>
              </a:ext>
            </a:extLst>
          </p:cNvPr>
          <p:cNvSpPr>
            <a:spLocks noGrp="1"/>
          </p:cNvSpPr>
          <p:nvPr/>
        </p:nvSpPr>
        <p:spPr>
          <a:xfrm>
            <a:off x="400050" y="1181100"/>
            <a:ext cx="113919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12140F-AE89-4B35-B502-8F3DA1F0974C}"/>
              </a:ext>
            </a:extLst>
          </p:cNvPr>
          <p:cNvSpPr>
            <a:spLocks noGrp="1"/>
          </p:cNvSpPr>
          <p:nvPr/>
        </p:nvSpPr>
        <p:spPr>
          <a:xfrm>
            <a:off x="10991850" y="63817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932E258-B250-4291-8203-4788C274B05A}"/>
              </a:ext>
            </a:extLst>
          </p:cNvPr>
          <p:cNvSpPr>
            <a:spLocks noGrp="1"/>
          </p:cNvSpPr>
          <p:nvPr/>
        </p:nvSpPr>
        <p:spPr>
          <a:xfrm>
            <a:off x="647700" y="1571625"/>
            <a:ext cx="723900" cy="723900"/>
          </a:xfrm>
          <a:prstGeom prst="ellipse">
            <a:avLst/>
          </a:prstGeom>
          <a:solidFill>
            <a:srgbClr val="0F7A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428C59-30C8-4FC4-811A-5AE90756DF84}"/>
              </a:ext>
            </a:extLst>
          </p:cNvPr>
          <p:cNvSpPr>
            <a:spLocks noGrp="1"/>
          </p:cNvSpPr>
          <p:nvPr/>
        </p:nvSpPr>
        <p:spPr>
          <a:xfrm>
            <a:off x="819150" y="1781175"/>
            <a:ext cx="381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D61A61-2E03-4E7B-B8F3-9479EA0176C9}"/>
              </a:ext>
            </a:extLst>
          </p:cNvPr>
          <p:cNvSpPr>
            <a:spLocks noGrp="1"/>
          </p:cNvSpPr>
          <p:nvPr/>
        </p:nvSpPr>
        <p:spPr>
          <a:xfrm>
            <a:off x="1524000" y="1571625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0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Register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4F3616-7F89-4960-AB5E-AB4E450CF969}"/>
              </a:ext>
            </a:extLst>
          </p:cNvPr>
          <p:cNvSpPr>
            <a:spLocks noGrp="1"/>
          </p:cNvSpPr>
          <p:nvPr/>
        </p:nvSpPr>
        <p:spPr>
          <a:xfrm>
            <a:off x="1524000" y="1885950"/>
            <a:ext cx="152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Skills, hostel, block, subjects, lifestyle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CFADF3-49D3-48FA-9901-4A1944528E83}"/>
              </a:ext>
            </a:extLst>
          </p:cNvPr>
          <p:cNvSpPr>
            <a:spLocks noGrp="1"/>
          </p:cNvSpPr>
          <p:nvPr/>
        </p:nvSpPr>
        <p:spPr>
          <a:xfrm>
            <a:off x="2914650" y="1885950"/>
            <a:ext cx="400050" cy="190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930E6A5-A978-43C1-ABF9-8D9F21DFFDC7}"/>
              </a:ext>
            </a:extLst>
          </p:cNvPr>
          <p:cNvSpPr>
            <a:spLocks noGrp="1"/>
          </p:cNvSpPr>
          <p:nvPr/>
        </p:nvSpPr>
        <p:spPr>
          <a:xfrm>
            <a:off x="3267075" y="1571625"/>
            <a:ext cx="723900" cy="723900"/>
          </a:xfrm>
          <a:prstGeom prst="ellipse">
            <a:avLst/>
          </a:prstGeom>
          <a:solidFill>
            <a:srgbClr val="B879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9091D1-FF9F-495F-8FE2-AB7E0E334792}"/>
              </a:ext>
            </a:extLst>
          </p:cNvPr>
          <p:cNvSpPr>
            <a:spLocks noGrp="1"/>
          </p:cNvSpPr>
          <p:nvPr/>
        </p:nvSpPr>
        <p:spPr>
          <a:xfrm>
            <a:off x="3429000" y="1781175"/>
            <a:ext cx="381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C6234C-A187-4989-8A75-4936474B5346}"/>
              </a:ext>
            </a:extLst>
          </p:cNvPr>
          <p:cNvSpPr>
            <a:spLocks noGrp="1"/>
          </p:cNvSpPr>
          <p:nvPr/>
        </p:nvSpPr>
        <p:spPr>
          <a:xfrm>
            <a:off x="4143375" y="1571625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0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Match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276484-2F4D-412D-AADD-45D6D27C6383}"/>
              </a:ext>
            </a:extLst>
          </p:cNvPr>
          <p:cNvSpPr>
            <a:spLocks noGrp="1"/>
          </p:cNvSpPr>
          <p:nvPr/>
        </p:nvSpPr>
        <p:spPr>
          <a:xfrm>
            <a:off x="4143375" y="1885950"/>
            <a:ext cx="152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Quick, Preference, or Roommate ranking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49F5A5-D4D5-4254-B4AD-72AA1DF4C6C7}"/>
              </a:ext>
            </a:extLst>
          </p:cNvPr>
          <p:cNvSpPr>
            <a:spLocks noGrp="1"/>
          </p:cNvSpPr>
          <p:nvPr/>
        </p:nvSpPr>
        <p:spPr>
          <a:xfrm>
            <a:off x="5534025" y="1885950"/>
            <a:ext cx="400050" cy="190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B379CDF-3786-406F-9E78-9C2975CA0B8D}"/>
              </a:ext>
            </a:extLst>
          </p:cNvPr>
          <p:cNvSpPr>
            <a:spLocks noGrp="1"/>
          </p:cNvSpPr>
          <p:nvPr/>
        </p:nvSpPr>
        <p:spPr>
          <a:xfrm>
            <a:off x="5886450" y="1571625"/>
            <a:ext cx="723900" cy="723900"/>
          </a:xfrm>
          <a:prstGeom prst="ellipse">
            <a:avLst/>
          </a:prstGeom>
          <a:solidFill>
            <a:srgbClr val="0B728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9F43BA-4183-47D4-9A73-597333C68A21}"/>
              </a:ext>
            </a:extLst>
          </p:cNvPr>
          <p:cNvSpPr>
            <a:spLocks noGrp="1"/>
          </p:cNvSpPr>
          <p:nvPr/>
        </p:nvSpPr>
        <p:spPr>
          <a:xfrm>
            <a:off x="6044471" y="1781175"/>
            <a:ext cx="381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5DCC9A-A76E-490E-A32E-114E7E3F9927}"/>
              </a:ext>
            </a:extLst>
          </p:cNvPr>
          <p:cNvSpPr>
            <a:spLocks noGrp="1"/>
          </p:cNvSpPr>
          <p:nvPr/>
        </p:nvSpPr>
        <p:spPr>
          <a:xfrm>
            <a:off x="6762750" y="1571625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0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Connect Safely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752402-6510-4AE0-982D-E5CD2219B5F8}"/>
              </a:ext>
            </a:extLst>
          </p:cNvPr>
          <p:cNvSpPr>
            <a:spLocks noGrp="1"/>
          </p:cNvSpPr>
          <p:nvPr/>
        </p:nvSpPr>
        <p:spPr>
          <a:xfrm>
            <a:off x="6762750" y="1885950"/>
            <a:ext cx="152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Request first; room reveals only after accept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28CE62-3320-474D-880F-E979A3D04FCF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0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Preference scoring model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D83FB7-4A99-4824-86D0-D074C0ED950F}"/>
              </a:ext>
            </a:extLst>
          </p:cNvPr>
          <p:cNvSpPr>
            <a:spLocks noGrp="1"/>
          </p:cNvSpPr>
          <p:nvPr/>
        </p:nvSpPr>
        <p:spPr>
          <a:xfrm>
            <a:off x="742950" y="3390900"/>
            <a:ext cx="17145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Proximity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C84094-E172-4C12-8B19-25B2BE4F4A6F}"/>
              </a:ext>
            </a:extLst>
          </p:cNvPr>
          <p:cNvSpPr>
            <a:spLocks noGrp="1"/>
          </p:cNvSpPr>
          <p:nvPr/>
        </p:nvSpPr>
        <p:spPr>
          <a:xfrm>
            <a:off x="2571750" y="3390900"/>
            <a:ext cx="6477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2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77C166-49CD-40FC-A822-2DB8854B8479}"/>
              </a:ext>
            </a:extLst>
          </p:cNvPr>
          <p:cNvSpPr>
            <a:spLocks noGrp="1"/>
          </p:cNvSpPr>
          <p:nvPr/>
        </p:nvSpPr>
        <p:spPr>
          <a:xfrm>
            <a:off x="3333750" y="3390900"/>
            <a:ext cx="23812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Same block/hostel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02A6E7-3CFA-4A29-A3CF-A1DCC058F7A0}"/>
              </a:ext>
            </a:extLst>
          </p:cNvPr>
          <p:cNvSpPr>
            <a:spLocks noGrp="1"/>
          </p:cNvSpPr>
          <p:nvPr/>
        </p:nvSpPr>
        <p:spPr>
          <a:xfrm>
            <a:off x="742950" y="3829050"/>
            <a:ext cx="17145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Skill complement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6F2A50-73A9-4728-B77F-471E54A87A3A}"/>
              </a:ext>
            </a:extLst>
          </p:cNvPr>
          <p:cNvSpPr>
            <a:spLocks noGrp="1"/>
          </p:cNvSpPr>
          <p:nvPr/>
        </p:nvSpPr>
        <p:spPr>
          <a:xfrm>
            <a:off x="2571750" y="3829050"/>
            <a:ext cx="6477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2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C9DD31B-4CD8-4BA1-92F1-22002BB4CE11}"/>
              </a:ext>
            </a:extLst>
          </p:cNvPr>
          <p:cNvSpPr>
            <a:spLocks noGrp="1"/>
          </p:cNvSpPr>
          <p:nvPr/>
        </p:nvSpPr>
        <p:spPr>
          <a:xfrm>
            <a:off x="3333750" y="3829050"/>
            <a:ext cx="238125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Need ∩ their strong subject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991AC55-B8BD-4D6B-8A88-4C17E1929144}"/>
              </a:ext>
            </a:extLst>
          </p:cNvPr>
          <p:cNvSpPr>
            <a:spLocks noGrp="1"/>
          </p:cNvSpPr>
          <p:nvPr/>
        </p:nvSpPr>
        <p:spPr>
          <a:xfrm>
            <a:off x="742950" y="4267200"/>
            <a:ext cx="17145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Academic fit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EF6590D-6B6A-4B63-B500-60ACCA2BECA9}"/>
              </a:ext>
            </a:extLst>
          </p:cNvPr>
          <p:cNvSpPr>
            <a:spLocks noGrp="1"/>
          </p:cNvSpPr>
          <p:nvPr/>
        </p:nvSpPr>
        <p:spPr>
          <a:xfrm>
            <a:off x="2571750" y="4267200"/>
            <a:ext cx="6477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2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97D1EF-B930-4E6A-9E3C-3B1C8CE24178}"/>
              </a:ext>
            </a:extLst>
          </p:cNvPr>
          <p:cNvSpPr>
            <a:spLocks noGrp="1"/>
          </p:cNvSpPr>
          <p:nvPr/>
        </p:nvSpPr>
        <p:spPr>
          <a:xfrm>
            <a:off x="3333750" y="4267200"/>
            <a:ext cx="23812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Same branch + same year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BFC4FF3-F02A-472C-B6FA-5DB3DCEB6DAC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17145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State/language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289084A-DCFC-4CF6-BC58-74DA1D90047A}"/>
              </a:ext>
            </a:extLst>
          </p:cNvPr>
          <p:cNvSpPr>
            <a:spLocks noGrp="1"/>
          </p:cNvSpPr>
          <p:nvPr/>
        </p:nvSpPr>
        <p:spPr>
          <a:xfrm>
            <a:off x="2571750" y="4705350"/>
            <a:ext cx="6477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2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D07E99B-6DA1-4B98-AA45-E2D53FBD96C4}"/>
              </a:ext>
            </a:extLst>
          </p:cNvPr>
          <p:cNvSpPr>
            <a:spLocks noGrp="1"/>
          </p:cNvSpPr>
          <p:nvPr/>
        </p:nvSpPr>
        <p:spPr>
          <a:xfrm>
            <a:off x="3333750" y="4705350"/>
            <a:ext cx="238125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Familiar peer support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66ADF27-0729-430A-B057-5511E149D98C}"/>
              </a:ext>
            </a:extLst>
          </p:cNvPr>
          <p:cNvSpPr>
            <a:spLocks noGrp="1"/>
          </p:cNvSpPr>
          <p:nvPr/>
        </p:nvSpPr>
        <p:spPr>
          <a:xfrm>
            <a:off x="6705600" y="3143250"/>
            <a:ext cx="4305300" cy="1924050"/>
          </a:xfrm>
          <a:prstGeom prst="roundRect">
            <a:avLst>
              <a:gd name="adj" fmla="val 3960"/>
            </a:avLst>
          </a:prstGeom>
          <a:solidFill>
            <a:srgbClr val="102019"/>
          </a:solidFill>
          <a:ln w="9525">
            <a:solidFill>
              <a:srgbClr val="102019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21EEAE2-5BA9-4541-BAF0-8B1C9E21FAB5}"/>
              </a:ext>
            </a:extLst>
          </p:cNvPr>
          <p:cNvSpPr>
            <a:spLocks noGrp="1"/>
          </p:cNvSpPr>
          <p:nvPr/>
        </p:nvSpPr>
        <p:spPr>
          <a:xfrm>
            <a:off x="6934200" y="337185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00" b="1">
                <a:solidFill>
                  <a:srgbClr val="9FE3C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FE3C8"/>
                </a:solidFill>
                <a:latin typeface="Aptos"/>
                <a:ea typeface="Aptos"/>
                <a:cs typeface="Aptos"/>
              </a:rPr>
              <a:t>Live example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E0B6852-E7AF-4986-9F99-82620FFDDABB}"/>
              </a:ext>
            </a:extLst>
          </p:cNvPr>
          <p:cNvSpPr>
            <a:spLocks noGrp="1"/>
          </p:cNvSpPr>
          <p:nvPr/>
        </p:nvSpPr>
        <p:spPr>
          <a:xfrm>
            <a:off x="6934200" y="3733800"/>
            <a:ext cx="3714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Saravanavelu needs DSA help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C308944-5331-4A2D-93C8-6AE18FBBEE28}"/>
              </a:ext>
            </a:extLst>
          </p:cNvPr>
          <p:cNvSpPr>
            <a:spLocks noGrp="1"/>
          </p:cNvSpPr>
          <p:nvPr/>
        </p:nvSpPr>
        <p:spPr>
          <a:xfrm>
            <a:off x="6934200" y="4171950"/>
            <a:ext cx="3714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00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DE8DE"/>
                </a:solidFill>
                <a:latin typeface="Aptos"/>
                <a:ea typeface="Aptos"/>
                <a:cs typeface="Aptos"/>
              </a:rPr>
              <a:t>Muthu Pandi: same block + DSA Expert + same branch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910C5BE-8EAD-45EE-91D1-B34636FDC3CF}"/>
              </a:ext>
            </a:extLst>
          </p:cNvPr>
          <p:cNvSpPr>
            <a:spLocks noGrp="1"/>
          </p:cNvSpPr>
          <p:nvPr/>
        </p:nvSpPr>
        <p:spPr>
          <a:xfrm>
            <a:off x="6934200" y="4648200"/>
            <a:ext cx="3714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350" b="1">
                <a:solidFill>
                  <a:srgbClr val="F6E7C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E7C4"/>
                </a:solidFill>
                <a:latin typeface="Aptos"/>
                <a:ea typeface="Aptos"/>
                <a:cs typeface="Aptos"/>
              </a:rPr>
              <a:t>40 + 30 + 10 = 80% Match -&gt; sorted to top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88D6BE5-367C-4C12-8424-A372E1B7A655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590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1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INAI | Smart Study Partner &amp; Roommate Matching System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E9CAF2A-9A34-54B6-FEE3-F449A2809A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9450" y="202301"/>
            <a:ext cx="1242873" cy="37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296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kicker-4-label">
            <a:extLst>
              <a:ext uri="{FF2B5EF4-FFF2-40B4-BE49-F238E27FC236}">
                <a16:creationId xmlns:a16="http://schemas.microsoft.com/office/drawing/2014/main" id="{D3B36606-3452-4568-8F05-22D6F86863B7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0F7A5A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2" name="kicker-4-marker">
            <a:extLst>
              <a:ext uri="{FF2B5EF4-FFF2-40B4-BE49-F238E27FC236}">
                <a16:creationId xmlns:a16="http://schemas.microsoft.com/office/drawing/2014/main" id="{D386BBD1-FA56-42B6-A856-161C6DAE24BD}"/>
              </a:ext>
            </a:extLst>
          </p:cNvPr>
          <p:cNvSpPr>
            <a:spLocks noGrp="1"/>
          </p:cNvSpPr>
          <p:nvPr/>
        </p:nvSpPr>
        <p:spPr>
          <a:xfrm>
            <a:off x="400050" y="390525"/>
            <a:ext cx="76200" cy="76200"/>
          </a:xfrm>
          <a:prstGeom prst="ellipse">
            <a:avLst/>
          </a:prstGeom>
          <a:solidFill>
            <a:srgbClr val="0F7A5A"/>
          </a:solidFill>
          <a:ln w="0">
            <a:solidFill>
              <a:srgbClr val="0F7A5A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E53F31-D3C8-40BA-8DE5-F4A7F7595BC1}"/>
              </a:ext>
            </a:extLst>
          </p:cNvPr>
          <p:cNvSpPr>
            <a:spLocks noGrp="1"/>
          </p:cNvSpPr>
          <p:nvPr/>
        </p:nvSpPr>
        <p:spPr>
          <a:xfrm>
            <a:off x="400049" y="590550"/>
            <a:ext cx="10872553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The updated version uses a real backend and MongoDB Atlas persistence.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B8FA7B-0BE8-4F8A-96C1-454DD2F59AA2}"/>
              </a:ext>
            </a:extLst>
          </p:cNvPr>
          <p:cNvSpPr>
            <a:spLocks noGrp="1"/>
          </p:cNvSpPr>
          <p:nvPr/>
        </p:nvSpPr>
        <p:spPr>
          <a:xfrm>
            <a:off x="400050" y="1181100"/>
            <a:ext cx="113919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EFE240-CEF1-4172-A346-2E9E6BF7D347}"/>
              </a:ext>
            </a:extLst>
          </p:cNvPr>
          <p:cNvSpPr>
            <a:spLocks noGrp="1"/>
          </p:cNvSpPr>
          <p:nvPr/>
        </p:nvSpPr>
        <p:spPr>
          <a:xfrm>
            <a:off x="10991850" y="63817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69E830C-638C-40AA-88EA-BF40EA5BCA59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28575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32364B-7791-4198-8744-CD05FB4A2289}"/>
              </a:ext>
            </a:extLst>
          </p:cNvPr>
          <p:cNvSpPr>
            <a:spLocks noGrp="1"/>
          </p:cNvSpPr>
          <p:nvPr/>
        </p:nvSpPr>
        <p:spPr>
          <a:xfrm>
            <a:off x="876300" y="19812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Browser UI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B2A39A-F753-43D7-A4E6-9344A396E0EE}"/>
              </a:ext>
            </a:extLst>
          </p:cNvPr>
          <p:cNvSpPr>
            <a:spLocks noGrp="1"/>
          </p:cNvSpPr>
          <p:nvPr/>
        </p:nvSpPr>
        <p:spPr>
          <a:xfrm>
            <a:off x="876300" y="2305050"/>
            <a:ext cx="2476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HTML5, CSS3, Vanilla JS</a:t>
            </a:r>
          </a:p>
          <a:p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Dashboard, Match, Map, Admin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90A3449-4C9C-4475-9B7F-8E1BFBD64978}"/>
              </a:ext>
            </a:extLst>
          </p:cNvPr>
          <p:cNvSpPr>
            <a:spLocks noGrp="1"/>
          </p:cNvSpPr>
          <p:nvPr/>
        </p:nvSpPr>
        <p:spPr>
          <a:xfrm>
            <a:off x="4476750" y="1809750"/>
            <a:ext cx="28575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0F7A5A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DCABB0-332A-4135-B3AA-D0F1245742E0}"/>
              </a:ext>
            </a:extLst>
          </p:cNvPr>
          <p:cNvSpPr>
            <a:spLocks noGrp="1"/>
          </p:cNvSpPr>
          <p:nvPr/>
        </p:nvSpPr>
        <p:spPr>
          <a:xfrm>
            <a:off x="4648200" y="19812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7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REST API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81173A-2292-48F7-B6B2-B04E3E832B61}"/>
              </a:ext>
            </a:extLst>
          </p:cNvPr>
          <p:cNvSpPr>
            <a:spLocks noGrp="1"/>
          </p:cNvSpPr>
          <p:nvPr/>
        </p:nvSpPr>
        <p:spPr>
          <a:xfrm>
            <a:off x="4648200" y="2305050"/>
            <a:ext cx="2476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Node.js + Express</a:t>
            </a:r>
          </a:p>
          <a:p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Auth, users, matches, requests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96718BA-7D08-49C7-9205-83B714CC3D8D}"/>
              </a:ext>
            </a:extLst>
          </p:cNvPr>
          <p:cNvSpPr>
            <a:spLocks noGrp="1"/>
          </p:cNvSpPr>
          <p:nvPr/>
        </p:nvSpPr>
        <p:spPr>
          <a:xfrm>
            <a:off x="8248650" y="1809750"/>
            <a:ext cx="28575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B87916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AACD0F-1FB3-41C1-80AD-C8387F0197E3}"/>
              </a:ext>
            </a:extLst>
          </p:cNvPr>
          <p:cNvSpPr>
            <a:spLocks noGrp="1"/>
          </p:cNvSpPr>
          <p:nvPr/>
        </p:nvSpPr>
        <p:spPr>
          <a:xfrm>
            <a:off x="8420100" y="19812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75" b="1">
                <a:solidFill>
                  <a:srgbClr val="B879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7916"/>
                </a:solidFill>
                <a:latin typeface="Aptos"/>
                <a:ea typeface="Aptos"/>
                <a:cs typeface="Aptos"/>
              </a:rPr>
              <a:t>MongoDB Atlas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1DD640-6E8B-4649-8D86-715E1EFBA777}"/>
              </a:ext>
            </a:extLst>
          </p:cNvPr>
          <p:cNvSpPr>
            <a:spLocks noGrp="1"/>
          </p:cNvSpPr>
          <p:nvPr/>
        </p:nvSpPr>
        <p:spPr>
          <a:xfrm>
            <a:off x="8420100" y="2305050"/>
            <a:ext cx="2476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Cloud NoSQL database</a:t>
            </a:r>
          </a:p>
          <a:p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Users, requests, sessions, rooms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A1F931-5456-4292-9F41-2C2F7528AD78}"/>
              </a:ext>
            </a:extLst>
          </p:cNvPr>
          <p:cNvSpPr>
            <a:spLocks noGrp="1"/>
          </p:cNvSpPr>
          <p:nvPr/>
        </p:nvSpPr>
        <p:spPr>
          <a:xfrm>
            <a:off x="3562350" y="2400300"/>
            <a:ext cx="762000" cy="28575"/>
          </a:xfrm>
          <a:prstGeom prst="rect">
            <a:avLst/>
          </a:prstGeom>
          <a:solidFill>
            <a:srgbClr val="17201B"/>
          </a:solidFill>
          <a:ln w="0">
            <a:solidFill>
              <a:srgbClr val="17201B"/>
            </a:solidFill>
            <a:prstDash val="solid"/>
          </a:ln>
        </p:spPr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09E55DC4-1718-4396-8971-773AD8ECA1D2}"/>
              </a:ext>
            </a:extLst>
          </p:cNvPr>
          <p:cNvSpPr>
            <a:spLocks noGrp="1"/>
          </p:cNvSpPr>
          <p:nvPr/>
        </p:nvSpPr>
        <p:spPr>
          <a:xfrm rot="5400000">
            <a:off x="4248150" y="2343150"/>
            <a:ext cx="133350" cy="133350"/>
          </a:xfrm>
          <a:prstGeom prst="triangle">
            <a:avLst/>
          </a:prstGeom>
          <a:solidFill>
            <a:srgbClr val="17201B"/>
          </a:solidFill>
          <a:ln w="0">
            <a:solidFill>
              <a:srgbClr val="17201B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CF97B0-432B-45CE-B356-56EA4B77C119}"/>
              </a:ext>
            </a:extLst>
          </p:cNvPr>
          <p:cNvSpPr>
            <a:spLocks noGrp="1"/>
          </p:cNvSpPr>
          <p:nvPr/>
        </p:nvSpPr>
        <p:spPr>
          <a:xfrm>
            <a:off x="7334250" y="2400300"/>
            <a:ext cx="762000" cy="28575"/>
          </a:xfrm>
          <a:prstGeom prst="rect">
            <a:avLst/>
          </a:prstGeom>
          <a:solidFill>
            <a:srgbClr val="17201B"/>
          </a:solidFill>
          <a:ln w="0">
            <a:solidFill>
              <a:srgbClr val="17201B"/>
            </a:solidFill>
            <a:prstDash val="solid"/>
          </a:ln>
        </p:spPr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08E9B28B-9EA1-4A55-9594-A25FFCB3B063}"/>
              </a:ext>
            </a:extLst>
          </p:cNvPr>
          <p:cNvSpPr>
            <a:spLocks noGrp="1"/>
          </p:cNvSpPr>
          <p:nvPr/>
        </p:nvSpPr>
        <p:spPr>
          <a:xfrm rot="5400000">
            <a:off x="8020050" y="2343150"/>
            <a:ext cx="133350" cy="133350"/>
          </a:xfrm>
          <a:prstGeom prst="triangle">
            <a:avLst/>
          </a:prstGeom>
          <a:solidFill>
            <a:srgbClr val="17201B"/>
          </a:solidFill>
          <a:ln w="0">
            <a:solidFill>
              <a:srgbClr val="17201B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376B96-4811-43D2-82A5-86A51E622242}"/>
              </a:ext>
            </a:extLst>
          </p:cNvPr>
          <p:cNvSpPr>
            <a:spLocks noGrp="1"/>
          </p:cNvSpPr>
          <p:nvPr/>
        </p:nvSpPr>
        <p:spPr>
          <a:xfrm>
            <a:off x="914400" y="3543300"/>
            <a:ext cx="990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0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Security and control layer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2EBC5AF-EC87-4EA2-AD78-1A001239C468}"/>
              </a:ext>
            </a:extLst>
          </p:cNvPr>
          <p:cNvSpPr>
            <a:spLocks noGrp="1"/>
          </p:cNvSpPr>
          <p:nvPr/>
        </p:nvSpPr>
        <p:spPr>
          <a:xfrm>
            <a:off x="838200" y="4000500"/>
            <a:ext cx="22669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F2D1C6-3D83-419D-ACB9-205E668671AC}"/>
              </a:ext>
            </a:extLst>
          </p:cNvPr>
          <p:cNvSpPr>
            <a:spLocks noGrp="1"/>
          </p:cNvSpPr>
          <p:nvPr/>
        </p:nvSpPr>
        <p:spPr>
          <a:xfrm>
            <a:off x="971550" y="411480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150" b="1" dirty="0">
                <a:solidFill>
                  <a:srgbClr val="0F7A5A"/>
                </a:solidFill>
                <a:latin typeface="Aptos"/>
                <a:ea typeface="Aptos"/>
                <a:cs typeface="Aptos"/>
              </a:rPr>
              <a:t>PBKDF2 password hashing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3B5C19-89C7-4D31-B7C3-64C2DC86FBA5}"/>
              </a:ext>
            </a:extLst>
          </p:cNvPr>
          <p:cNvSpPr>
            <a:spLocks noGrp="1"/>
          </p:cNvSpPr>
          <p:nvPr/>
        </p:nvSpPr>
        <p:spPr>
          <a:xfrm>
            <a:off x="971550" y="4400550"/>
            <a:ext cx="1962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120,000 iterations; timing-safe verification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A8FD3CA-8A2C-4FF4-80EE-F609B5D5A00F}"/>
              </a:ext>
            </a:extLst>
          </p:cNvPr>
          <p:cNvSpPr>
            <a:spLocks noGrp="1"/>
          </p:cNvSpPr>
          <p:nvPr/>
        </p:nvSpPr>
        <p:spPr>
          <a:xfrm>
            <a:off x="3486150" y="4000500"/>
            <a:ext cx="22669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80FB3C-CB06-44C6-8D65-B3E3B225B1C3}"/>
              </a:ext>
            </a:extLst>
          </p:cNvPr>
          <p:cNvSpPr>
            <a:spLocks noGrp="1"/>
          </p:cNvSpPr>
          <p:nvPr/>
        </p:nvSpPr>
        <p:spPr>
          <a:xfrm>
            <a:off x="3619500" y="411480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150" b="1" dirty="0">
                <a:solidFill>
                  <a:srgbClr val="0B7285"/>
                </a:solidFill>
                <a:latin typeface="Aptos"/>
                <a:ea typeface="Aptos"/>
                <a:cs typeface="Aptos"/>
              </a:rPr>
              <a:t>HMAC/JWT-style tokens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6B0DAA-E61A-4D53-95BC-C6BB8984A281}"/>
              </a:ext>
            </a:extLst>
          </p:cNvPr>
          <p:cNvSpPr>
            <a:spLocks noGrp="1"/>
          </p:cNvSpPr>
          <p:nvPr/>
        </p:nvSpPr>
        <p:spPr>
          <a:xfrm>
            <a:off x="3619500" y="4400550"/>
            <a:ext cx="1962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User and admin routes separated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AAE01D1-D465-4121-AD56-CBC6FCB0EEB6}"/>
              </a:ext>
            </a:extLst>
          </p:cNvPr>
          <p:cNvSpPr>
            <a:spLocks noGrp="1"/>
          </p:cNvSpPr>
          <p:nvPr/>
        </p:nvSpPr>
        <p:spPr>
          <a:xfrm>
            <a:off x="6134100" y="4000500"/>
            <a:ext cx="22669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892800-A16C-41A1-ABD8-E36EF15F7389}"/>
              </a:ext>
            </a:extLst>
          </p:cNvPr>
          <p:cNvSpPr>
            <a:spLocks noGrp="1"/>
          </p:cNvSpPr>
          <p:nvPr/>
        </p:nvSpPr>
        <p:spPr>
          <a:xfrm>
            <a:off x="6267450" y="411480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5B3A70"/>
                </a:solidFill>
                <a:latin typeface="Aptos"/>
                <a:ea typeface="Aptos"/>
                <a:cs typeface="Aptos"/>
              </a:defRPr>
            </a:pPr>
            <a:r>
              <a:rPr sz="1125" b="1" dirty="0">
                <a:solidFill>
                  <a:srgbClr val="5B3A70"/>
                </a:solidFill>
                <a:latin typeface="Aptos"/>
                <a:ea typeface="Aptos"/>
                <a:cs typeface="Aptos"/>
              </a:rPr>
              <a:t>Privacy </a:t>
            </a:r>
            <a:r>
              <a:rPr sz="1150" b="1" dirty="0">
                <a:solidFill>
                  <a:srgbClr val="5B3A70"/>
                </a:solidFill>
                <a:latin typeface="Aptos"/>
                <a:ea typeface="Aptos"/>
                <a:cs typeface="Aptos"/>
              </a:rPr>
              <a:t>middleware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040F11-7D8B-44CE-83B9-91533FB9DE3F}"/>
              </a:ext>
            </a:extLst>
          </p:cNvPr>
          <p:cNvSpPr>
            <a:spLocks noGrp="1"/>
          </p:cNvSpPr>
          <p:nvPr/>
        </p:nvSpPr>
        <p:spPr>
          <a:xfrm>
            <a:off x="6267450" y="4400550"/>
            <a:ext cx="1962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Room/name hidden until mutual connection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4923D98-5384-4ABD-BAFD-DFD5F579ED37}"/>
              </a:ext>
            </a:extLst>
          </p:cNvPr>
          <p:cNvSpPr>
            <a:spLocks noGrp="1"/>
          </p:cNvSpPr>
          <p:nvPr/>
        </p:nvSpPr>
        <p:spPr>
          <a:xfrm>
            <a:off x="8782050" y="4000500"/>
            <a:ext cx="22669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2D7499-075A-46B2-BD77-0405AE588DD2}"/>
              </a:ext>
            </a:extLst>
          </p:cNvPr>
          <p:cNvSpPr>
            <a:spLocks noGrp="1"/>
          </p:cNvSpPr>
          <p:nvPr/>
        </p:nvSpPr>
        <p:spPr>
          <a:xfrm>
            <a:off x="8915400" y="411480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C4493D"/>
                </a:solidFill>
                <a:latin typeface="Aptos"/>
                <a:ea typeface="Aptos"/>
                <a:cs typeface="Aptos"/>
              </a:defRPr>
            </a:pPr>
            <a:r>
              <a:rPr sz="1150" b="1" dirty="0">
                <a:solidFill>
                  <a:srgbClr val="C4493D"/>
                </a:solidFill>
                <a:latin typeface="Aptos"/>
                <a:ea typeface="Aptos"/>
                <a:cs typeface="Aptos"/>
              </a:rPr>
              <a:t>Rate limiting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DA87240-C940-4DC4-858B-20F06F6800A6}"/>
              </a:ext>
            </a:extLst>
          </p:cNvPr>
          <p:cNvSpPr>
            <a:spLocks noGrp="1"/>
          </p:cNvSpPr>
          <p:nvPr/>
        </p:nvSpPr>
        <p:spPr>
          <a:xfrm>
            <a:off x="8915400" y="4400550"/>
            <a:ext cx="1962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Brute-force protection for login/admin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6275983-EB05-47AE-AB11-BA0B673F0F74}"/>
              </a:ext>
            </a:extLst>
          </p:cNvPr>
          <p:cNvSpPr>
            <a:spLocks noGrp="1"/>
          </p:cNvSpPr>
          <p:nvPr/>
        </p:nvSpPr>
        <p:spPr>
          <a:xfrm>
            <a:off x="914400" y="5334000"/>
            <a:ext cx="9715500" cy="32385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650" b="1">
                <a:solidFill>
                  <a:srgbClr val="10201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019"/>
                </a:solidFill>
                <a:latin typeface="Aptos"/>
                <a:ea typeface="Aptos"/>
                <a:cs typeface="Aptos"/>
              </a:rPr>
              <a:t>Tech stack: Node.js, Express.js, MongoDB Atlas, Mongoose, Vanilla HTML/CSS/JavaScript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FC2646F-C77C-43FF-B810-C475D980F55E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590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1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INAI | Smart Study Partner &amp; Roommate Matching System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89CB629-8901-0F12-8773-4A1BE9825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9450" y="202301"/>
            <a:ext cx="1242873" cy="37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7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kicker-5-label">
            <a:extLst>
              <a:ext uri="{FF2B5EF4-FFF2-40B4-BE49-F238E27FC236}">
                <a16:creationId xmlns:a16="http://schemas.microsoft.com/office/drawing/2014/main" id="{259C98AB-B6B5-4783-8A97-E51FA28C1A4A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0F7A5A"/>
                </a:solidFill>
                <a:latin typeface="Aptos"/>
                <a:ea typeface="Aptos"/>
                <a:cs typeface="Aptos"/>
              </a:rPr>
              <a:t>FEATURES</a:t>
            </a:r>
          </a:p>
        </p:txBody>
      </p:sp>
      <p:sp>
        <p:nvSpPr>
          <p:cNvPr id="2" name="kicker-5-marker">
            <a:extLst>
              <a:ext uri="{FF2B5EF4-FFF2-40B4-BE49-F238E27FC236}">
                <a16:creationId xmlns:a16="http://schemas.microsoft.com/office/drawing/2014/main" id="{DF8F2D02-D2D2-4607-B4EE-B57D82E1FFC8}"/>
              </a:ext>
            </a:extLst>
          </p:cNvPr>
          <p:cNvSpPr>
            <a:spLocks noGrp="1"/>
          </p:cNvSpPr>
          <p:nvPr/>
        </p:nvSpPr>
        <p:spPr>
          <a:xfrm>
            <a:off x="400050" y="390525"/>
            <a:ext cx="76200" cy="76200"/>
          </a:xfrm>
          <a:prstGeom prst="ellipse">
            <a:avLst/>
          </a:prstGeom>
          <a:solidFill>
            <a:srgbClr val="0F7A5A"/>
          </a:solidFill>
          <a:ln w="0">
            <a:solidFill>
              <a:srgbClr val="0F7A5A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9C1816-3D9D-42C9-AD26-442FE867E56E}"/>
              </a:ext>
            </a:extLst>
          </p:cNvPr>
          <p:cNvSpPr>
            <a:spLocks noGrp="1"/>
          </p:cNvSpPr>
          <p:nvPr/>
        </p:nvSpPr>
        <p:spPr>
          <a:xfrm>
            <a:off x="400049" y="590550"/>
            <a:ext cx="11117861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The product now covers discovery, coordination, privacy, productivity, and admin control.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941D20-0960-4669-9A21-82078D8FD1FB}"/>
              </a:ext>
            </a:extLst>
          </p:cNvPr>
          <p:cNvSpPr>
            <a:spLocks noGrp="1"/>
          </p:cNvSpPr>
          <p:nvPr/>
        </p:nvSpPr>
        <p:spPr>
          <a:xfrm>
            <a:off x="400050" y="1347787"/>
            <a:ext cx="113919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CD7258-C7C7-414F-8F29-6E530D4286AD}"/>
              </a:ext>
            </a:extLst>
          </p:cNvPr>
          <p:cNvSpPr>
            <a:spLocks noGrp="1"/>
          </p:cNvSpPr>
          <p:nvPr/>
        </p:nvSpPr>
        <p:spPr>
          <a:xfrm>
            <a:off x="10991850" y="63817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707A81-5EC8-470A-BF53-5EA8892ACFAA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428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65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Matching &amp; safety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5EB7EE-D9DF-4799-929C-83965F980046}"/>
              </a:ext>
            </a:extLst>
          </p:cNvPr>
          <p:cNvSpPr>
            <a:spLocks noGrp="1"/>
          </p:cNvSpPr>
          <p:nvPr/>
        </p:nvSpPr>
        <p:spPr>
          <a:xfrm>
            <a:off x="6705600" y="1428750"/>
            <a:ext cx="428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6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Study workflow &amp; operations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A07BAAC-D922-4372-9515-7A4340658618}"/>
              </a:ext>
            </a:extLst>
          </p:cNvPr>
          <p:cNvSpPr>
            <a:spLocks noGrp="1"/>
          </p:cNvSpPr>
          <p:nvPr/>
        </p:nvSpPr>
        <p:spPr>
          <a:xfrm>
            <a:off x="704850" y="1962150"/>
            <a:ext cx="4476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FD5E08-D6EA-4C66-BCFD-78AF2696F7C9}"/>
              </a:ext>
            </a:extLst>
          </p:cNvPr>
          <p:cNvSpPr>
            <a:spLocks noGrp="1"/>
          </p:cNvSpPr>
          <p:nvPr/>
        </p:nvSpPr>
        <p:spPr>
          <a:xfrm>
            <a:off x="857250" y="2038350"/>
            <a:ext cx="1571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Quick Match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DFDE12-2562-4E18-93D5-35B81574F2F3}"/>
              </a:ext>
            </a:extLst>
          </p:cNvPr>
          <p:cNvSpPr>
            <a:spLocks noGrp="1"/>
          </p:cNvSpPr>
          <p:nvPr/>
        </p:nvSpPr>
        <p:spPr>
          <a:xfrm>
            <a:off x="2495550" y="2038350"/>
            <a:ext cx="26860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Nearby and Free Now students first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A91CD8E-C102-4E6A-9FEA-C0BFF29F1DD7}"/>
              </a:ext>
            </a:extLst>
          </p:cNvPr>
          <p:cNvSpPr>
            <a:spLocks noGrp="1"/>
          </p:cNvSpPr>
          <p:nvPr/>
        </p:nvSpPr>
        <p:spPr>
          <a:xfrm>
            <a:off x="704850" y="2647950"/>
            <a:ext cx="4476750" cy="495300"/>
          </a:xfrm>
          <a:prstGeom prst="roundRect">
            <a:avLst>
              <a:gd name="adj" fmla="val 15385"/>
            </a:avLst>
          </a:prstGeom>
          <a:solidFill>
            <a:srgbClr val="EFE8DA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6D10AA-45B4-4F1A-B022-AA353AC704E1}"/>
              </a:ext>
            </a:extLst>
          </p:cNvPr>
          <p:cNvSpPr>
            <a:spLocks noGrp="1"/>
          </p:cNvSpPr>
          <p:nvPr/>
        </p:nvSpPr>
        <p:spPr>
          <a:xfrm>
            <a:off x="857250" y="2724150"/>
            <a:ext cx="1571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Preference Match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7954AF-DF38-4C8F-8F14-6C3FEA4F26A6}"/>
              </a:ext>
            </a:extLst>
          </p:cNvPr>
          <p:cNvSpPr>
            <a:spLocks noGrp="1"/>
          </p:cNvSpPr>
          <p:nvPr/>
        </p:nvSpPr>
        <p:spPr>
          <a:xfrm>
            <a:off x="2495550" y="2676525"/>
            <a:ext cx="28384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Subject, score, branch, year, state filters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8973BE5-DDA3-46A3-8B73-8C1B5199B762}"/>
              </a:ext>
            </a:extLst>
          </p:cNvPr>
          <p:cNvSpPr>
            <a:spLocks noGrp="1"/>
          </p:cNvSpPr>
          <p:nvPr/>
        </p:nvSpPr>
        <p:spPr>
          <a:xfrm>
            <a:off x="704850" y="3333750"/>
            <a:ext cx="4476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8627E7-17B0-408F-AEA4-D5ACE50D0FCD}"/>
              </a:ext>
            </a:extLst>
          </p:cNvPr>
          <p:cNvSpPr>
            <a:spLocks noGrp="1"/>
          </p:cNvSpPr>
          <p:nvPr/>
        </p:nvSpPr>
        <p:spPr>
          <a:xfrm>
            <a:off x="857250" y="3409950"/>
            <a:ext cx="1571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Roommate Match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5CDDFC-872E-44B6-9AEA-B8541942CBED}"/>
              </a:ext>
            </a:extLst>
          </p:cNvPr>
          <p:cNvSpPr>
            <a:spLocks noGrp="1"/>
          </p:cNvSpPr>
          <p:nvPr/>
        </p:nvSpPr>
        <p:spPr>
          <a:xfrm>
            <a:off x="2495550" y="3362325"/>
            <a:ext cx="2686050" cy="53339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Lifestyle compatibility: sleep, study style, cleanliness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8E104C3-A386-4F2F-B46B-F2E818A7DE13}"/>
              </a:ext>
            </a:extLst>
          </p:cNvPr>
          <p:cNvSpPr>
            <a:spLocks noGrp="1"/>
          </p:cNvSpPr>
          <p:nvPr/>
        </p:nvSpPr>
        <p:spPr>
          <a:xfrm>
            <a:off x="704850" y="4019550"/>
            <a:ext cx="4476750" cy="495300"/>
          </a:xfrm>
          <a:prstGeom prst="roundRect">
            <a:avLst>
              <a:gd name="adj" fmla="val 15385"/>
            </a:avLst>
          </a:prstGeom>
          <a:solidFill>
            <a:srgbClr val="EFE8DA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489DB5-9DD6-4DFF-BECA-A18A8704151A}"/>
              </a:ext>
            </a:extLst>
          </p:cNvPr>
          <p:cNvSpPr>
            <a:spLocks noGrp="1"/>
          </p:cNvSpPr>
          <p:nvPr/>
        </p:nvSpPr>
        <p:spPr>
          <a:xfrm>
            <a:off x="857250" y="4095750"/>
            <a:ext cx="1571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Hostel Map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413BEE-83B4-4A6F-987C-AF7B2A5C7400}"/>
              </a:ext>
            </a:extLst>
          </p:cNvPr>
          <p:cNvSpPr>
            <a:spLocks noGrp="1"/>
          </p:cNvSpPr>
          <p:nvPr/>
        </p:nvSpPr>
        <p:spPr>
          <a:xfrm>
            <a:off x="2495549" y="4019550"/>
            <a:ext cx="26193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Room-level visual map scoped to own hostel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837CC17-8092-43FD-B146-9290F7106F9D}"/>
              </a:ext>
            </a:extLst>
          </p:cNvPr>
          <p:cNvSpPr>
            <a:spLocks noGrp="1"/>
          </p:cNvSpPr>
          <p:nvPr/>
        </p:nvSpPr>
        <p:spPr>
          <a:xfrm>
            <a:off x="704850" y="4705350"/>
            <a:ext cx="4476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689145-8740-4C8E-97F4-B9D10D53D26C}"/>
              </a:ext>
            </a:extLst>
          </p:cNvPr>
          <p:cNvSpPr>
            <a:spLocks noGrp="1"/>
          </p:cNvSpPr>
          <p:nvPr/>
        </p:nvSpPr>
        <p:spPr>
          <a:xfrm>
            <a:off x="857250" y="4781550"/>
            <a:ext cx="1571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Privacy Model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DBD9A6-6AE2-403B-8D66-F567B0DA8437}"/>
              </a:ext>
            </a:extLst>
          </p:cNvPr>
          <p:cNvSpPr>
            <a:spLocks noGrp="1"/>
          </p:cNvSpPr>
          <p:nvPr/>
        </p:nvSpPr>
        <p:spPr>
          <a:xfrm>
            <a:off x="2495549" y="4705350"/>
            <a:ext cx="2676525" cy="55721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Anonymous until request is accepted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8B9D69D-24B5-4EC5-83CB-7A8F02CF41A3}"/>
              </a:ext>
            </a:extLst>
          </p:cNvPr>
          <p:cNvSpPr>
            <a:spLocks noGrp="1"/>
          </p:cNvSpPr>
          <p:nvPr/>
        </p:nvSpPr>
        <p:spPr>
          <a:xfrm>
            <a:off x="6705599" y="1962150"/>
            <a:ext cx="4610099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4357D3-66BF-45F8-92F2-F7EE458F6AA2}"/>
              </a:ext>
            </a:extLst>
          </p:cNvPr>
          <p:cNvSpPr>
            <a:spLocks noGrp="1"/>
          </p:cNvSpPr>
          <p:nvPr/>
        </p:nvSpPr>
        <p:spPr>
          <a:xfrm>
            <a:off x="6858000" y="2038350"/>
            <a:ext cx="1571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Study Sessions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6B25F7-9D18-45B4-99FE-77A4F47C8B68}"/>
              </a:ext>
            </a:extLst>
          </p:cNvPr>
          <p:cNvSpPr>
            <a:spLocks noGrp="1"/>
          </p:cNvSpPr>
          <p:nvPr/>
        </p:nvSpPr>
        <p:spPr>
          <a:xfrm>
            <a:off x="8496300" y="1971675"/>
            <a:ext cx="2838450" cy="619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Propose, confirm, complete, and rate sessions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2355122-3E39-4AED-A807-6BDB86205D7D}"/>
              </a:ext>
            </a:extLst>
          </p:cNvPr>
          <p:cNvSpPr>
            <a:spLocks noGrp="1"/>
          </p:cNvSpPr>
          <p:nvPr/>
        </p:nvSpPr>
        <p:spPr>
          <a:xfrm>
            <a:off x="6705600" y="2647950"/>
            <a:ext cx="4610098" cy="495300"/>
          </a:xfrm>
          <a:prstGeom prst="roundRect">
            <a:avLst>
              <a:gd name="adj" fmla="val 15385"/>
            </a:avLst>
          </a:prstGeom>
          <a:solidFill>
            <a:srgbClr val="EFE8DA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6F31F45-AEB4-4FB7-9539-7F3B4153A19E}"/>
              </a:ext>
            </a:extLst>
          </p:cNvPr>
          <p:cNvSpPr>
            <a:spLocks noGrp="1"/>
          </p:cNvSpPr>
          <p:nvPr/>
        </p:nvSpPr>
        <p:spPr>
          <a:xfrm>
            <a:off x="6858000" y="2676525"/>
            <a:ext cx="1571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300" b="1" dirty="0">
                <a:solidFill>
                  <a:srgbClr val="0B7285"/>
                </a:solidFill>
                <a:latin typeface="Aptos"/>
                <a:ea typeface="Aptos"/>
                <a:cs typeface="Aptos"/>
              </a:rPr>
              <a:t>Group Study Rooms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1759040-8A44-49E7-8FF0-FF0D4AF7B935}"/>
              </a:ext>
            </a:extLst>
          </p:cNvPr>
          <p:cNvSpPr>
            <a:spLocks noGrp="1"/>
          </p:cNvSpPr>
          <p:nvPr/>
        </p:nvSpPr>
        <p:spPr>
          <a:xfrm>
            <a:off x="8496300" y="2676525"/>
            <a:ext cx="268605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Create/join room-based group learning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573F74A-BE86-483B-9B9C-F6330AB21A9F}"/>
              </a:ext>
            </a:extLst>
          </p:cNvPr>
          <p:cNvSpPr>
            <a:spLocks noGrp="1"/>
          </p:cNvSpPr>
          <p:nvPr/>
        </p:nvSpPr>
        <p:spPr>
          <a:xfrm>
            <a:off x="6705600" y="3333750"/>
            <a:ext cx="4610098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A520867-E94F-4F6B-BA75-128CE6B32744}"/>
              </a:ext>
            </a:extLst>
          </p:cNvPr>
          <p:cNvSpPr>
            <a:spLocks noGrp="1"/>
          </p:cNvSpPr>
          <p:nvPr/>
        </p:nvSpPr>
        <p:spPr>
          <a:xfrm>
            <a:off x="6858000" y="3409950"/>
            <a:ext cx="1571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Chat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E1B287D-49F7-43EF-BF1A-C27B8A44F8F0}"/>
              </a:ext>
            </a:extLst>
          </p:cNvPr>
          <p:cNvSpPr>
            <a:spLocks noGrp="1"/>
          </p:cNvSpPr>
          <p:nvPr/>
        </p:nvSpPr>
        <p:spPr>
          <a:xfrm>
            <a:off x="8496300" y="3352800"/>
            <a:ext cx="238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Connected students can message safely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F96F4F0-7197-4A4E-8495-C1BDDD476287}"/>
              </a:ext>
            </a:extLst>
          </p:cNvPr>
          <p:cNvSpPr>
            <a:spLocks noGrp="1"/>
          </p:cNvSpPr>
          <p:nvPr/>
        </p:nvSpPr>
        <p:spPr>
          <a:xfrm>
            <a:off x="6705599" y="4019550"/>
            <a:ext cx="4600573" cy="495300"/>
          </a:xfrm>
          <a:prstGeom prst="roundRect">
            <a:avLst>
              <a:gd name="adj" fmla="val 15385"/>
            </a:avLst>
          </a:prstGeom>
          <a:solidFill>
            <a:srgbClr val="EFE8DA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543CAC7-C5D6-4F30-B538-63FB2CBFED0D}"/>
              </a:ext>
            </a:extLst>
          </p:cNvPr>
          <p:cNvSpPr>
            <a:spLocks noGrp="1"/>
          </p:cNvSpPr>
          <p:nvPr/>
        </p:nvSpPr>
        <p:spPr>
          <a:xfrm>
            <a:off x="6858000" y="4095750"/>
            <a:ext cx="1571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Admin Panel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6D9E8DC-7389-46ED-8488-9F5BF80FB8DC}"/>
              </a:ext>
            </a:extLst>
          </p:cNvPr>
          <p:cNvSpPr>
            <a:spLocks noGrp="1"/>
          </p:cNvSpPr>
          <p:nvPr/>
        </p:nvSpPr>
        <p:spPr>
          <a:xfrm>
            <a:off x="8429625" y="4045783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User management, stats, moderation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4FA253E-AD49-451C-9E69-7C05AF24C9D0}"/>
              </a:ext>
            </a:extLst>
          </p:cNvPr>
          <p:cNvSpPr>
            <a:spLocks noGrp="1"/>
          </p:cNvSpPr>
          <p:nvPr/>
        </p:nvSpPr>
        <p:spPr>
          <a:xfrm>
            <a:off x="6705600" y="4705350"/>
            <a:ext cx="4600572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98B2DFF-DCA1-49B2-919D-0CE967F4FB50}"/>
              </a:ext>
            </a:extLst>
          </p:cNvPr>
          <p:cNvSpPr>
            <a:spLocks noGrp="1"/>
          </p:cNvSpPr>
          <p:nvPr/>
        </p:nvSpPr>
        <p:spPr>
          <a:xfrm>
            <a:off x="6858000" y="4781550"/>
            <a:ext cx="1571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Pomodoro Timer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AF10123-0E33-467A-BA14-581BB6F66E53}"/>
              </a:ext>
            </a:extLst>
          </p:cNvPr>
          <p:cNvSpPr>
            <a:spLocks noGrp="1"/>
          </p:cNvSpPr>
          <p:nvPr/>
        </p:nvSpPr>
        <p:spPr>
          <a:xfrm>
            <a:off x="8496300" y="4742045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25-minute focus timer plus brain-break game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164BA0D-02C0-4794-BE1D-D64BC66CF149}"/>
              </a:ext>
            </a:extLst>
          </p:cNvPr>
          <p:cNvSpPr>
            <a:spLocks noGrp="1"/>
          </p:cNvSpPr>
          <p:nvPr/>
        </p:nvSpPr>
        <p:spPr>
          <a:xfrm>
            <a:off x="5905500" y="1790700"/>
            <a:ext cx="9525" cy="37147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C792C21-FD3C-43E2-A929-171381EFA3D8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590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1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INAI | Smart Study Partner &amp; Roommate Matching System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2DDC1D6-E8EE-B384-6AEF-7C625C1E4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9450" y="202301"/>
            <a:ext cx="1242873" cy="37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693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kicker-6-label">
            <a:extLst>
              <a:ext uri="{FF2B5EF4-FFF2-40B4-BE49-F238E27FC236}">
                <a16:creationId xmlns:a16="http://schemas.microsoft.com/office/drawing/2014/main" id="{95155237-F3D8-4F92-98B4-B3ED29897CC6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0F7A5A"/>
                </a:solidFill>
                <a:latin typeface="Aptos"/>
                <a:ea typeface="Aptos"/>
                <a:cs typeface="Aptos"/>
              </a:rPr>
              <a:t>TESTING</a:t>
            </a:r>
          </a:p>
        </p:txBody>
      </p:sp>
      <p:sp>
        <p:nvSpPr>
          <p:cNvPr id="2" name="kicker-6-marker">
            <a:extLst>
              <a:ext uri="{FF2B5EF4-FFF2-40B4-BE49-F238E27FC236}">
                <a16:creationId xmlns:a16="http://schemas.microsoft.com/office/drawing/2014/main" id="{70649691-FAC4-451C-A129-5333F10C4BF1}"/>
              </a:ext>
            </a:extLst>
          </p:cNvPr>
          <p:cNvSpPr>
            <a:spLocks noGrp="1"/>
          </p:cNvSpPr>
          <p:nvPr/>
        </p:nvSpPr>
        <p:spPr>
          <a:xfrm>
            <a:off x="400050" y="390525"/>
            <a:ext cx="76200" cy="76200"/>
          </a:xfrm>
          <a:prstGeom prst="ellipse">
            <a:avLst/>
          </a:prstGeom>
          <a:solidFill>
            <a:srgbClr val="0F7A5A"/>
          </a:solidFill>
          <a:ln w="0">
            <a:solidFill>
              <a:srgbClr val="0F7A5A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02C398-6405-4D01-9AC5-6515C6529C4A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13919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The system passed validation across matching, privacy, security, and performance.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A93BEB-8149-4CA7-AD59-04C8125B865E}"/>
              </a:ext>
            </a:extLst>
          </p:cNvPr>
          <p:cNvSpPr>
            <a:spLocks noGrp="1"/>
          </p:cNvSpPr>
          <p:nvPr/>
        </p:nvSpPr>
        <p:spPr>
          <a:xfrm>
            <a:off x="400050" y="1181100"/>
            <a:ext cx="113919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72D44D-A6B7-4762-802C-659911498039}"/>
              </a:ext>
            </a:extLst>
          </p:cNvPr>
          <p:cNvSpPr>
            <a:spLocks noGrp="1"/>
          </p:cNvSpPr>
          <p:nvPr/>
        </p:nvSpPr>
        <p:spPr>
          <a:xfrm>
            <a:off x="10991850" y="63817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9E51CDC-5A11-4F99-80F0-7B76D2ABAA04}"/>
              </a:ext>
            </a:extLst>
          </p:cNvPr>
          <p:cNvSpPr>
            <a:spLocks noGrp="1"/>
          </p:cNvSpPr>
          <p:nvPr/>
        </p:nvSpPr>
        <p:spPr>
          <a:xfrm>
            <a:off x="514350" y="1504950"/>
            <a:ext cx="1866900" cy="1123950"/>
          </a:xfrm>
          <a:prstGeom prst="roundRect">
            <a:avLst>
              <a:gd name="adj" fmla="val 6780"/>
            </a:avLst>
          </a:prstGeom>
          <a:solidFill>
            <a:srgbClr val="102019"/>
          </a:solidFill>
          <a:ln w="9525">
            <a:solidFill>
              <a:srgbClr val="102019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3B7D9C-CFFC-4167-923A-F5CA242E9BE8}"/>
              </a:ext>
            </a:extLst>
          </p:cNvPr>
          <p:cNvSpPr>
            <a:spLocks noGrp="1"/>
          </p:cNvSpPr>
          <p:nvPr/>
        </p:nvSpPr>
        <p:spPr>
          <a:xfrm>
            <a:off x="628650" y="1657350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2325" b="1">
                <a:solidFill>
                  <a:srgbClr val="9FE3C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9FE3C8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91428F-F1AE-4085-81A6-5CA9FD782FE5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test cases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B116F9-FC3A-43A9-B4FA-9EBDFD2A996F}"/>
              </a:ext>
            </a:extLst>
          </p:cNvPr>
          <p:cNvSpPr>
            <a:spLocks noGrp="1"/>
          </p:cNvSpPr>
          <p:nvPr/>
        </p:nvSpPr>
        <p:spPr>
          <a:xfrm>
            <a:off x="628650" y="23050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825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DDE8DE"/>
                </a:solidFill>
                <a:latin typeface="Aptos"/>
                <a:ea typeface="Aptos"/>
                <a:cs typeface="Aptos"/>
              </a:rPr>
              <a:t>All passed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7F9FB3B-07D4-477C-8262-6E3CA95A9B30}"/>
              </a:ext>
            </a:extLst>
          </p:cNvPr>
          <p:cNvSpPr>
            <a:spLocks noGrp="1"/>
          </p:cNvSpPr>
          <p:nvPr/>
        </p:nvSpPr>
        <p:spPr>
          <a:xfrm>
            <a:off x="2762250" y="1504950"/>
            <a:ext cx="1866900" cy="1123950"/>
          </a:xfrm>
          <a:prstGeom prst="roundRect">
            <a:avLst>
              <a:gd name="adj" fmla="val 6780"/>
            </a:avLst>
          </a:prstGeom>
          <a:solidFill>
            <a:srgbClr val="102019"/>
          </a:solidFill>
          <a:ln w="9525">
            <a:solidFill>
              <a:srgbClr val="102019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2B929C-77CC-47C4-992C-3144CBF2D842}"/>
              </a:ext>
            </a:extLst>
          </p:cNvPr>
          <p:cNvSpPr>
            <a:spLocks noGrp="1"/>
          </p:cNvSpPr>
          <p:nvPr/>
        </p:nvSpPr>
        <p:spPr>
          <a:xfrm>
            <a:off x="2876550" y="1657350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2325" b="1">
                <a:solidFill>
                  <a:srgbClr val="9FE3C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9FE3C8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F3B29-3E5E-482D-B16D-52AA5110F141}"/>
              </a:ext>
            </a:extLst>
          </p:cNvPr>
          <p:cNvSpPr>
            <a:spLocks noGrp="1"/>
          </p:cNvSpPr>
          <p:nvPr/>
        </p:nvSpPr>
        <p:spPr>
          <a:xfrm>
            <a:off x="2876550" y="20764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gender safety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498023-E46E-47DF-A0BC-A8954FA257D6}"/>
              </a:ext>
            </a:extLst>
          </p:cNvPr>
          <p:cNvSpPr>
            <a:spLocks noGrp="1"/>
          </p:cNvSpPr>
          <p:nvPr/>
        </p:nvSpPr>
        <p:spPr>
          <a:xfrm>
            <a:off x="2762250" y="2305050"/>
            <a:ext cx="1866900" cy="485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825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DDE8DE"/>
                </a:solidFill>
                <a:latin typeface="Aptos"/>
                <a:ea typeface="Aptos"/>
                <a:cs typeface="Aptos"/>
              </a:rPr>
              <a:t>Same-hostel/gender scope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419FEDF-648A-43B0-BEC7-373254EF4C41}"/>
              </a:ext>
            </a:extLst>
          </p:cNvPr>
          <p:cNvSpPr>
            <a:spLocks noGrp="1"/>
          </p:cNvSpPr>
          <p:nvPr/>
        </p:nvSpPr>
        <p:spPr>
          <a:xfrm>
            <a:off x="5010150" y="1504950"/>
            <a:ext cx="1866900" cy="1123950"/>
          </a:xfrm>
          <a:prstGeom prst="roundRect">
            <a:avLst>
              <a:gd name="adj" fmla="val 6780"/>
            </a:avLst>
          </a:prstGeom>
          <a:solidFill>
            <a:srgbClr val="102019"/>
          </a:solidFill>
          <a:ln w="9525">
            <a:solidFill>
              <a:srgbClr val="102019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F69562-D9E9-427B-979D-114FB31EF68C}"/>
              </a:ext>
            </a:extLst>
          </p:cNvPr>
          <p:cNvSpPr>
            <a:spLocks noGrp="1"/>
          </p:cNvSpPr>
          <p:nvPr/>
        </p:nvSpPr>
        <p:spPr>
          <a:xfrm>
            <a:off x="5124450" y="1657350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2325" b="1">
                <a:solidFill>
                  <a:srgbClr val="9FE3C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9FE3C8"/>
                </a:solidFill>
                <a:latin typeface="Aptos"/>
                <a:ea typeface="Aptos"/>
                <a:cs typeface="Aptos"/>
              </a:rPr>
              <a:t>&lt;1.5s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A50B07-3A01-4C9D-B06C-8F526B1AE6DB}"/>
              </a:ext>
            </a:extLst>
          </p:cNvPr>
          <p:cNvSpPr>
            <a:spLocks noGrp="1"/>
          </p:cNvSpPr>
          <p:nvPr/>
        </p:nvSpPr>
        <p:spPr>
          <a:xfrm>
            <a:off x="5124450" y="20764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page load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849155-7B10-4F55-A0B8-89473676139A}"/>
              </a:ext>
            </a:extLst>
          </p:cNvPr>
          <p:cNvSpPr>
            <a:spLocks noGrp="1"/>
          </p:cNvSpPr>
          <p:nvPr/>
        </p:nvSpPr>
        <p:spPr>
          <a:xfrm>
            <a:off x="5124450" y="23050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825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DDE8DE"/>
                </a:solidFill>
                <a:latin typeface="Aptos"/>
                <a:ea typeface="Aptos"/>
                <a:cs typeface="Aptos"/>
              </a:rPr>
              <a:t>Local network pages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F44FA55-69E5-4DE7-A8D4-5E397D0EDA5E}"/>
              </a:ext>
            </a:extLst>
          </p:cNvPr>
          <p:cNvSpPr>
            <a:spLocks noGrp="1"/>
          </p:cNvSpPr>
          <p:nvPr/>
        </p:nvSpPr>
        <p:spPr>
          <a:xfrm>
            <a:off x="7258050" y="1504950"/>
            <a:ext cx="1866900" cy="1123950"/>
          </a:xfrm>
          <a:prstGeom prst="roundRect">
            <a:avLst>
              <a:gd name="adj" fmla="val 6780"/>
            </a:avLst>
          </a:prstGeom>
          <a:solidFill>
            <a:srgbClr val="102019"/>
          </a:solidFill>
          <a:ln w="9525">
            <a:solidFill>
              <a:srgbClr val="102019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5765D3-2AB1-4CB0-A194-7C5BF010FFEA}"/>
              </a:ext>
            </a:extLst>
          </p:cNvPr>
          <p:cNvSpPr>
            <a:spLocks noGrp="1"/>
          </p:cNvSpPr>
          <p:nvPr/>
        </p:nvSpPr>
        <p:spPr>
          <a:xfrm>
            <a:off x="7372350" y="1657350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2325" b="1">
                <a:solidFill>
                  <a:srgbClr val="9FE3C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9FE3C8"/>
                </a:solidFill>
                <a:latin typeface="Aptos"/>
                <a:ea typeface="Aptos"/>
                <a:cs typeface="Aptos"/>
              </a:rPr>
              <a:t>&lt;200ms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755AE3-FB5E-4C30-B5F0-37C48F549E35}"/>
              </a:ext>
            </a:extLst>
          </p:cNvPr>
          <p:cNvSpPr>
            <a:spLocks noGrp="1"/>
          </p:cNvSpPr>
          <p:nvPr/>
        </p:nvSpPr>
        <p:spPr>
          <a:xfrm>
            <a:off x="7372350" y="20764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API average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495D49-A252-47CA-817D-FAE314068614}"/>
              </a:ext>
            </a:extLst>
          </p:cNvPr>
          <p:cNvSpPr>
            <a:spLocks noGrp="1"/>
          </p:cNvSpPr>
          <p:nvPr/>
        </p:nvSpPr>
        <p:spPr>
          <a:xfrm>
            <a:off x="7372350" y="23050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825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DDE8DE"/>
                </a:solidFill>
                <a:latin typeface="Aptos"/>
                <a:ea typeface="Aptos"/>
                <a:cs typeface="Aptos"/>
              </a:rPr>
              <a:t>Backend response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A95796C-2CA8-45CE-BB79-F6F6FDDF0610}"/>
              </a:ext>
            </a:extLst>
          </p:cNvPr>
          <p:cNvSpPr>
            <a:spLocks noGrp="1"/>
          </p:cNvSpPr>
          <p:nvPr/>
        </p:nvSpPr>
        <p:spPr>
          <a:xfrm>
            <a:off x="9505950" y="1504950"/>
            <a:ext cx="1866900" cy="1123950"/>
          </a:xfrm>
          <a:prstGeom prst="roundRect">
            <a:avLst>
              <a:gd name="adj" fmla="val 6780"/>
            </a:avLst>
          </a:prstGeom>
          <a:solidFill>
            <a:srgbClr val="102019"/>
          </a:solidFill>
          <a:ln w="9525">
            <a:solidFill>
              <a:srgbClr val="102019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9882D1-5FFF-4F43-A111-0439C2861A4A}"/>
              </a:ext>
            </a:extLst>
          </p:cNvPr>
          <p:cNvSpPr>
            <a:spLocks noGrp="1"/>
          </p:cNvSpPr>
          <p:nvPr/>
        </p:nvSpPr>
        <p:spPr>
          <a:xfrm>
            <a:off x="9620250" y="1657350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2325" b="1">
                <a:solidFill>
                  <a:srgbClr val="F6E7C4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6E7C4"/>
                </a:solidFill>
                <a:latin typeface="Aptos"/>
                <a:ea typeface="Aptos"/>
                <a:cs typeface="Aptos"/>
              </a:rPr>
              <a:t>PBKDF2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44BBD0-89E9-40D0-9665-4C9E434E78B7}"/>
              </a:ext>
            </a:extLst>
          </p:cNvPr>
          <p:cNvSpPr>
            <a:spLocks noGrp="1"/>
          </p:cNvSpPr>
          <p:nvPr/>
        </p:nvSpPr>
        <p:spPr>
          <a:xfrm>
            <a:off x="9620250" y="20764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E5E06C-A6CD-471A-909C-276C180A74B0}"/>
              </a:ext>
            </a:extLst>
          </p:cNvPr>
          <p:cNvSpPr>
            <a:spLocks noGrp="1"/>
          </p:cNvSpPr>
          <p:nvPr/>
        </p:nvSpPr>
        <p:spPr>
          <a:xfrm>
            <a:off x="9620250" y="23050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825" b="0">
                <a:solidFill>
                  <a:srgbClr val="DDE8DE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DDE8DE"/>
                </a:solidFill>
                <a:latin typeface="Aptos"/>
                <a:ea typeface="Aptos"/>
                <a:cs typeface="Aptos"/>
              </a:rPr>
              <a:t>120,000 iterations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CA9E287-2CBC-42BE-83B5-FF47D0B70B9B}"/>
              </a:ext>
            </a:extLst>
          </p:cNvPr>
          <p:cNvSpPr>
            <a:spLocks noGrp="1"/>
          </p:cNvSpPr>
          <p:nvPr/>
        </p:nvSpPr>
        <p:spPr>
          <a:xfrm>
            <a:off x="933450" y="3238500"/>
            <a:ext cx="18097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Matching logic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4E5424E-F414-4621-B262-B6274B0E5614}"/>
              </a:ext>
            </a:extLst>
          </p:cNvPr>
          <p:cNvSpPr>
            <a:spLocks noGrp="1"/>
          </p:cNvSpPr>
          <p:nvPr/>
        </p:nvSpPr>
        <p:spPr>
          <a:xfrm>
            <a:off x="2952750" y="3238500"/>
            <a:ext cx="58102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Quick, Preference, Roommate ranking; gender defaults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0167C3-7ECA-41C4-9230-CCC69BB387D5}"/>
              </a:ext>
            </a:extLst>
          </p:cNvPr>
          <p:cNvSpPr>
            <a:spLocks noGrp="1"/>
          </p:cNvSpPr>
          <p:nvPr/>
        </p:nvSpPr>
        <p:spPr>
          <a:xfrm>
            <a:off x="8953500" y="3238500"/>
            <a:ext cx="11430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0649AA0-0C51-4983-89AF-6EA9815FC397}"/>
              </a:ext>
            </a:extLst>
          </p:cNvPr>
          <p:cNvSpPr>
            <a:spLocks noGrp="1"/>
          </p:cNvSpPr>
          <p:nvPr/>
        </p:nvSpPr>
        <p:spPr>
          <a:xfrm>
            <a:off x="933450" y="3657600"/>
            <a:ext cx="180975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Privacy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AD17D02-A841-4B50-BDD7-1F58DDF61AB1}"/>
              </a:ext>
            </a:extLst>
          </p:cNvPr>
          <p:cNvSpPr>
            <a:spLocks noGrp="1"/>
          </p:cNvSpPr>
          <p:nvPr/>
        </p:nvSpPr>
        <p:spPr>
          <a:xfrm>
            <a:off x="2952750" y="3657600"/>
            <a:ext cx="581025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Names/rooms hidden until mutual accept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9C1913-EA03-4E3B-B60E-F8278907F6FE}"/>
              </a:ext>
            </a:extLst>
          </p:cNvPr>
          <p:cNvSpPr>
            <a:spLocks noGrp="1"/>
          </p:cNvSpPr>
          <p:nvPr/>
        </p:nvSpPr>
        <p:spPr>
          <a:xfrm>
            <a:off x="8953500" y="3657600"/>
            <a:ext cx="11430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0825544-B134-49F0-859C-EE9820345940}"/>
              </a:ext>
            </a:extLst>
          </p:cNvPr>
          <p:cNvSpPr>
            <a:spLocks noGrp="1"/>
          </p:cNvSpPr>
          <p:nvPr/>
        </p:nvSpPr>
        <p:spPr>
          <a:xfrm>
            <a:off x="933450" y="4076700"/>
            <a:ext cx="18097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AD773A0-5EC6-4E4F-BE38-227A9DDDFFC9}"/>
              </a:ext>
            </a:extLst>
          </p:cNvPr>
          <p:cNvSpPr>
            <a:spLocks noGrp="1"/>
          </p:cNvSpPr>
          <p:nvPr/>
        </p:nvSpPr>
        <p:spPr>
          <a:xfrm>
            <a:off x="2952750" y="4076700"/>
            <a:ext cx="58102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PBKDF2, HMAC tokens, admin route isolation, rate limit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1311DAF-2AEF-49B1-8EF4-0777ACEE3C97}"/>
              </a:ext>
            </a:extLst>
          </p:cNvPr>
          <p:cNvSpPr>
            <a:spLocks noGrp="1"/>
          </p:cNvSpPr>
          <p:nvPr/>
        </p:nvSpPr>
        <p:spPr>
          <a:xfrm>
            <a:off x="8953500" y="4076700"/>
            <a:ext cx="11430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3DEDFC5-4F9C-4318-91F8-B2F3E288A70E}"/>
              </a:ext>
            </a:extLst>
          </p:cNvPr>
          <p:cNvSpPr>
            <a:spLocks noGrp="1"/>
          </p:cNvSpPr>
          <p:nvPr/>
        </p:nvSpPr>
        <p:spPr>
          <a:xfrm>
            <a:off x="933450" y="4495800"/>
            <a:ext cx="180975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D892A0B-2B98-4C77-97B1-DCB2E9532B3C}"/>
              </a:ext>
            </a:extLst>
          </p:cNvPr>
          <p:cNvSpPr>
            <a:spLocks noGrp="1"/>
          </p:cNvSpPr>
          <p:nvPr/>
        </p:nvSpPr>
        <p:spPr>
          <a:xfrm>
            <a:off x="2952750" y="4495800"/>
            <a:ext cx="581025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Users, requests, sessions, chat, rooms, admin delete cascade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FF56408-10E7-4FF7-A279-C34CD7EC8E83}"/>
              </a:ext>
            </a:extLst>
          </p:cNvPr>
          <p:cNvSpPr>
            <a:spLocks noGrp="1"/>
          </p:cNvSpPr>
          <p:nvPr/>
        </p:nvSpPr>
        <p:spPr>
          <a:xfrm>
            <a:off x="8953500" y="4495800"/>
            <a:ext cx="11430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59137F8-C945-4CEA-B6B4-BB61E722CE09}"/>
              </a:ext>
            </a:extLst>
          </p:cNvPr>
          <p:cNvSpPr>
            <a:spLocks noGrp="1"/>
          </p:cNvSpPr>
          <p:nvPr/>
        </p:nvSpPr>
        <p:spPr>
          <a:xfrm>
            <a:off x="933450" y="4914900"/>
            <a:ext cx="18097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Bugs fixed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271D3A1-649D-4B66-A71F-168FEA86B8E1}"/>
              </a:ext>
            </a:extLst>
          </p:cNvPr>
          <p:cNvSpPr>
            <a:spLocks noGrp="1"/>
          </p:cNvSpPr>
          <p:nvPr/>
        </p:nvSpPr>
        <p:spPr>
          <a:xfrm>
            <a:off x="2952750" y="4914900"/>
            <a:ext cx="581025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6 issues including request stub, room stripping, map scope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430E956-2FF1-4BDA-8080-D5D9689FDC00}"/>
              </a:ext>
            </a:extLst>
          </p:cNvPr>
          <p:cNvSpPr>
            <a:spLocks noGrp="1"/>
          </p:cNvSpPr>
          <p:nvPr/>
        </p:nvSpPr>
        <p:spPr>
          <a:xfrm>
            <a:off x="8953500" y="4914900"/>
            <a:ext cx="11430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Closed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5A1A2E1-04E7-4ADA-A865-1CB292E5071E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590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1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Testing evidence from INAI lab record and implemented modules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B2DBE177-7C04-68AF-DFE4-621A21FEA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9450" y="202301"/>
            <a:ext cx="1242873" cy="37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268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kicker-7-label">
            <a:extLst>
              <a:ext uri="{FF2B5EF4-FFF2-40B4-BE49-F238E27FC236}">
                <a16:creationId xmlns:a16="http://schemas.microsoft.com/office/drawing/2014/main" id="{6FFE45AB-C27F-4884-A8AC-9F1FF7260406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0F7A5A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2" name="kicker-7-marker">
            <a:extLst>
              <a:ext uri="{FF2B5EF4-FFF2-40B4-BE49-F238E27FC236}">
                <a16:creationId xmlns:a16="http://schemas.microsoft.com/office/drawing/2014/main" id="{13CD5604-D1A2-4D2A-B0BE-761C39A9FA0D}"/>
              </a:ext>
            </a:extLst>
          </p:cNvPr>
          <p:cNvSpPr>
            <a:spLocks noGrp="1"/>
          </p:cNvSpPr>
          <p:nvPr/>
        </p:nvSpPr>
        <p:spPr>
          <a:xfrm>
            <a:off x="400050" y="390525"/>
            <a:ext cx="76200" cy="76200"/>
          </a:xfrm>
          <a:prstGeom prst="ellipse">
            <a:avLst/>
          </a:prstGeom>
          <a:solidFill>
            <a:srgbClr val="0F7A5A"/>
          </a:solidFill>
          <a:ln w="0">
            <a:solidFill>
              <a:srgbClr val="0F7A5A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8B8C12-9FF8-483D-AE40-769AD8A0C997}"/>
              </a:ext>
            </a:extLst>
          </p:cNvPr>
          <p:cNvSpPr>
            <a:spLocks noGrp="1"/>
          </p:cNvSpPr>
          <p:nvPr/>
        </p:nvSpPr>
        <p:spPr>
          <a:xfrm>
            <a:off x="400050" y="590550"/>
            <a:ext cx="10841324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INAI is no longer just a prototype; it is a tested campus-ready web system.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0293C2-A285-410A-8066-A6FE9FD31E58}"/>
              </a:ext>
            </a:extLst>
          </p:cNvPr>
          <p:cNvSpPr>
            <a:spLocks noGrp="1"/>
          </p:cNvSpPr>
          <p:nvPr/>
        </p:nvSpPr>
        <p:spPr>
          <a:xfrm>
            <a:off x="400050" y="1181100"/>
            <a:ext cx="113919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AAB023-86D8-4117-A8D5-0B387A64CF17}"/>
              </a:ext>
            </a:extLst>
          </p:cNvPr>
          <p:cNvSpPr>
            <a:spLocks noGrp="1"/>
          </p:cNvSpPr>
          <p:nvPr/>
        </p:nvSpPr>
        <p:spPr>
          <a:xfrm>
            <a:off x="10991850" y="63817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2D4E21-D8DD-4D7C-947D-99F2128827FC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75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575" b="1" dirty="0">
                <a:solidFill>
                  <a:srgbClr val="0F7A5A"/>
                </a:solidFill>
                <a:latin typeface="Aptos"/>
                <a:ea typeface="Aptos"/>
                <a:cs typeface="Aptos"/>
              </a:rPr>
              <a:t>What we built vs future version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290CBF-EE84-4965-A0F1-094C1765717C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2476500" cy="266700"/>
          </a:xfrm>
          <a:prstGeom prst="rect">
            <a:avLst/>
          </a:prstGeom>
          <a:solidFill>
            <a:srgbClr val="0F7A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Built now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E3B437-6EBB-4CD7-8519-711FDFF54386}"/>
              </a:ext>
            </a:extLst>
          </p:cNvPr>
          <p:cNvSpPr>
            <a:spLocks noGrp="1"/>
          </p:cNvSpPr>
          <p:nvPr/>
        </p:nvSpPr>
        <p:spPr>
          <a:xfrm>
            <a:off x="3333750" y="1809750"/>
            <a:ext cx="2667000" cy="266700"/>
          </a:xfrm>
          <a:prstGeom prst="rect">
            <a:avLst/>
          </a:prstGeom>
          <a:solidFill>
            <a:srgbClr val="0B72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Future version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F6F8CA-4BD3-45A8-BC9B-45DDC9CDC931}"/>
              </a:ext>
            </a:extLst>
          </p:cNvPr>
          <p:cNvSpPr>
            <a:spLocks noGrp="1"/>
          </p:cNvSpPr>
          <p:nvPr/>
        </p:nvSpPr>
        <p:spPr>
          <a:xfrm>
            <a:off x="723900" y="2228850"/>
            <a:ext cx="24765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5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MongoDB-backed student profiles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AD5F8-FA92-4B3C-BAD9-A74CDAD65F6A}"/>
              </a:ext>
            </a:extLst>
          </p:cNvPr>
          <p:cNvSpPr>
            <a:spLocks noGrp="1"/>
          </p:cNvSpPr>
          <p:nvPr/>
        </p:nvSpPr>
        <p:spPr>
          <a:xfrm>
            <a:off x="3333750" y="2228850"/>
            <a:ext cx="26670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College email OTP verification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104EA4-FE03-4E65-AC63-93F96A422871}"/>
              </a:ext>
            </a:extLst>
          </p:cNvPr>
          <p:cNvSpPr>
            <a:spLocks noGrp="1"/>
          </p:cNvSpPr>
          <p:nvPr/>
        </p:nvSpPr>
        <p:spPr>
          <a:xfrm>
            <a:off x="723900" y="2647950"/>
            <a:ext cx="24765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5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Gender-safe matching and hostel map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35F178-A6CA-414E-8337-5A2BF278F077}"/>
              </a:ext>
            </a:extLst>
          </p:cNvPr>
          <p:cNvSpPr>
            <a:spLocks noGrp="1"/>
          </p:cNvSpPr>
          <p:nvPr/>
        </p:nvSpPr>
        <p:spPr>
          <a:xfrm>
            <a:off x="3333750" y="2647950"/>
            <a:ext cx="26670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Authority-approved hostel integration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CFCD99-4866-4F0A-BA38-DCD459EEDD98}"/>
              </a:ext>
            </a:extLst>
          </p:cNvPr>
          <p:cNvSpPr>
            <a:spLocks noGrp="1"/>
          </p:cNvSpPr>
          <p:nvPr/>
        </p:nvSpPr>
        <p:spPr>
          <a:xfrm>
            <a:off x="723900" y="3067050"/>
            <a:ext cx="24765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Room reveal only after mutual accept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0C3983-C42B-4769-9972-53DE924129A1}"/>
              </a:ext>
            </a:extLst>
          </p:cNvPr>
          <p:cNvSpPr>
            <a:spLocks noGrp="1"/>
          </p:cNvSpPr>
          <p:nvPr/>
        </p:nvSpPr>
        <p:spPr>
          <a:xfrm>
            <a:off x="3333750" y="3067050"/>
            <a:ext cx="26670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Reputation and helper leaderboard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D9114-5BA1-48E3-8A3F-D262F873A0F4}"/>
              </a:ext>
            </a:extLst>
          </p:cNvPr>
          <p:cNvSpPr>
            <a:spLocks noGrp="1"/>
          </p:cNvSpPr>
          <p:nvPr/>
        </p:nvSpPr>
        <p:spPr>
          <a:xfrm>
            <a:off x="723900" y="3486150"/>
            <a:ext cx="24765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Polling chat and notifications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EDCDF4-FF6C-44F2-820B-76FA81E0A88C}"/>
              </a:ext>
            </a:extLst>
          </p:cNvPr>
          <p:cNvSpPr>
            <a:spLocks noGrp="1"/>
          </p:cNvSpPr>
          <p:nvPr/>
        </p:nvSpPr>
        <p:spPr>
          <a:xfrm>
            <a:off x="3333750" y="3486150"/>
            <a:ext cx="2667000" cy="266700"/>
          </a:xfrm>
          <a:prstGeom prst="rect">
            <a:avLst/>
          </a:prstGeom>
          <a:solidFill>
            <a:srgbClr val="EFE8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WebSocket real-time updates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6560ED-3EB4-41EA-AB4A-6BFDF4991ADD}"/>
              </a:ext>
            </a:extLst>
          </p:cNvPr>
          <p:cNvSpPr>
            <a:spLocks noGrp="1"/>
          </p:cNvSpPr>
          <p:nvPr/>
        </p:nvSpPr>
        <p:spPr>
          <a:xfrm>
            <a:off x="723900" y="3905250"/>
            <a:ext cx="24765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Browser web app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B6221E-5AD8-41E3-9A8B-FB6975737FF0}"/>
              </a:ext>
            </a:extLst>
          </p:cNvPr>
          <p:cNvSpPr>
            <a:spLocks noGrp="1"/>
          </p:cNvSpPr>
          <p:nvPr/>
        </p:nvSpPr>
        <p:spPr>
          <a:xfrm>
            <a:off x="3333750" y="3905250"/>
            <a:ext cx="26670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1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PWA with push notifications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6C739B-7A31-4528-AD72-6DC4D3A25DD0}"/>
              </a:ext>
            </a:extLst>
          </p:cNvPr>
          <p:cNvSpPr>
            <a:spLocks noGrp="1"/>
          </p:cNvSpPr>
          <p:nvPr/>
        </p:nvSpPr>
        <p:spPr>
          <a:xfrm>
            <a:off x="6858000" y="142875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75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Future scope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83C937-73A8-411A-9E44-222C386B2DA0}"/>
              </a:ext>
            </a:extLst>
          </p:cNvPr>
          <p:cNvSpPr>
            <a:spLocks noGrp="1"/>
          </p:cNvSpPr>
          <p:nvPr/>
        </p:nvSpPr>
        <p:spPr>
          <a:xfrm>
            <a:off x="6858000" y="1809750"/>
            <a:ext cx="3905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39F78E-7B8B-498C-9914-1CF5B48C8805}"/>
              </a:ext>
            </a:extLst>
          </p:cNvPr>
          <p:cNvSpPr>
            <a:spLocks noGrp="1"/>
          </p:cNvSpPr>
          <p:nvPr/>
        </p:nvSpPr>
        <p:spPr>
          <a:xfrm>
            <a:off x="7010400" y="1876425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0F7A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A5A"/>
                </a:solidFill>
                <a:latin typeface="Aptos"/>
                <a:ea typeface="Aptos"/>
                <a:cs typeface="Aptos"/>
              </a:rPr>
              <a:t>WebSocket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73A2E4-3B9D-4650-8542-FF91BB882BCE}"/>
              </a:ext>
            </a:extLst>
          </p:cNvPr>
          <p:cNvSpPr>
            <a:spLocks noGrp="1"/>
          </p:cNvSpPr>
          <p:nvPr/>
        </p:nvSpPr>
        <p:spPr>
          <a:xfrm>
            <a:off x="8210550" y="1876424"/>
            <a:ext cx="2647950" cy="54292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Real-time chat and live map status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5269F61-2555-4BA6-A882-F23D8916A6E0}"/>
              </a:ext>
            </a:extLst>
          </p:cNvPr>
          <p:cNvSpPr>
            <a:spLocks noGrp="1"/>
          </p:cNvSpPr>
          <p:nvPr/>
        </p:nvSpPr>
        <p:spPr>
          <a:xfrm>
            <a:off x="6858000" y="2381250"/>
            <a:ext cx="3905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D05F599-56E6-4039-83A0-CF9C049AA031}"/>
              </a:ext>
            </a:extLst>
          </p:cNvPr>
          <p:cNvSpPr>
            <a:spLocks noGrp="1"/>
          </p:cNvSpPr>
          <p:nvPr/>
        </p:nvSpPr>
        <p:spPr>
          <a:xfrm>
            <a:off x="7010400" y="2447925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B879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7916"/>
                </a:solidFill>
                <a:latin typeface="Aptos"/>
                <a:ea typeface="Aptos"/>
                <a:cs typeface="Aptos"/>
              </a:rPr>
              <a:t>PWA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46EF0D-64CB-406A-A504-6E453442C55D}"/>
              </a:ext>
            </a:extLst>
          </p:cNvPr>
          <p:cNvSpPr>
            <a:spLocks noGrp="1"/>
          </p:cNvSpPr>
          <p:nvPr/>
        </p:nvSpPr>
        <p:spPr>
          <a:xfrm>
            <a:off x="8210550" y="2389968"/>
            <a:ext cx="25527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Mobile install, offline shell, push alerts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AE08811-A227-4A60-9E15-EEA67DDA1CFD}"/>
              </a:ext>
            </a:extLst>
          </p:cNvPr>
          <p:cNvSpPr>
            <a:spLocks noGrp="1"/>
          </p:cNvSpPr>
          <p:nvPr/>
        </p:nvSpPr>
        <p:spPr>
          <a:xfrm>
            <a:off x="6858000" y="2952750"/>
            <a:ext cx="3905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E127025-3FF6-4F66-A25E-D44AC051923A}"/>
              </a:ext>
            </a:extLst>
          </p:cNvPr>
          <p:cNvSpPr>
            <a:spLocks noGrp="1"/>
          </p:cNvSpPr>
          <p:nvPr/>
        </p:nvSpPr>
        <p:spPr>
          <a:xfrm>
            <a:off x="7010400" y="3019425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5B3A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3A70"/>
                </a:solidFill>
                <a:latin typeface="Aptos"/>
                <a:ea typeface="Aptos"/>
                <a:cs typeface="Aptos"/>
              </a:rPr>
              <a:t>AI Matching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E0DDAC8-3B39-4E8B-9DC6-8C5F6320633B}"/>
              </a:ext>
            </a:extLst>
          </p:cNvPr>
          <p:cNvSpPr>
            <a:spLocks noGrp="1"/>
          </p:cNvSpPr>
          <p:nvPr/>
        </p:nvSpPr>
        <p:spPr>
          <a:xfrm>
            <a:off x="8210550" y="2943225"/>
            <a:ext cx="27813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Learn from ratings and session outcomes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CDA0B2F-81FD-486D-969A-8360B1B024C9}"/>
              </a:ext>
            </a:extLst>
          </p:cNvPr>
          <p:cNvSpPr>
            <a:spLocks noGrp="1"/>
          </p:cNvSpPr>
          <p:nvPr/>
        </p:nvSpPr>
        <p:spPr>
          <a:xfrm>
            <a:off x="6858000" y="3524250"/>
            <a:ext cx="3905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4CB5B87-913E-4EA5-A09C-B1DE83DD8637}"/>
              </a:ext>
            </a:extLst>
          </p:cNvPr>
          <p:cNvSpPr>
            <a:spLocks noGrp="1"/>
          </p:cNvSpPr>
          <p:nvPr/>
        </p:nvSpPr>
        <p:spPr>
          <a:xfrm>
            <a:off x="7010400" y="3533775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C4493D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C4493D"/>
                </a:solidFill>
                <a:latin typeface="Aptos"/>
                <a:ea typeface="Aptos"/>
                <a:cs typeface="Aptos"/>
              </a:rPr>
              <a:t>Authority Integration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499FCC-9DB8-4D59-9EE3-98938EBAA711}"/>
              </a:ext>
            </a:extLst>
          </p:cNvPr>
          <p:cNvSpPr>
            <a:spLocks noGrp="1"/>
          </p:cNvSpPr>
          <p:nvPr/>
        </p:nvSpPr>
        <p:spPr>
          <a:xfrm>
            <a:off x="8210550" y="3526672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Verified hostel and admin workflows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1A306AF-08AE-4F3D-AE5F-5070E9BFB9D5}"/>
              </a:ext>
            </a:extLst>
          </p:cNvPr>
          <p:cNvSpPr>
            <a:spLocks noGrp="1"/>
          </p:cNvSpPr>
          <p:nvPr/>
        </p:nvSpPr>
        <p:spPr>
          <a:xfrm>
            <a:off x="6858000" y="4095750"/>
            <a:ext cx="3905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70F2C18-A837-4B20-B6E8-7ADB00A4A906}"/>
              </a:ext>
            </a:extLst>
          </p:cNvPr>
          <p:cNvSpPr>
            <a:spLocks noGrp="1"/>
          </p:cNvSpPr>
          <p:nvPr/>
        </p:nvSpPr>
        <p:spPr>
          <a:xfrm>
            <a:off x="7010400" y="4162425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1">
                <a:solidFill>
                  <a:srgbClr val="0B72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7285"/>
                </a:solidFill>
                <a:latin typeface="Aptos"/>
                <a:ea typeface="Aptos"/>
                <a:cs typeface="Aptos"/>
              </a:rPr>
              <a:t>Multi-language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E6816EB-BA5C-4C57-9AB3-623A037DEE51}"/>
              </a:ext>
            </a:extLst>
          </p:cNvPr>
          <p:cNvSpPr>
            <a:spLocks noGrp="1"/>
          </p:cNvSpPr>
          <p:nvPr/>
        </p:nvSpPr>
        <p:spPr>
          <a:xfrm>
            <a:off x="8210550" y="4068951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38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Tamil/English support for broader access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3AEF3C6-A377-4F77-941D-F294B3AC2481}"/>
              </a:ext>
            </a:extLst>
          </p:cNvPr>
          <p:cNvSpPr>
            <a:spLocks noGrp="1"/>
          </p:cNvSpPr>
          <p:nvPr/>
        </p:nvSpPr>
        <p:spPr>
          <a:xfrm>
            <a:off x="1066800" y="5619750"/>
            <a:ext cx="9144000" cy="495300"/>
          </a:xfrm>
          <a:prstGeom prst="rect">
            <a:avLst/>
          </a:prstGeom>
          <a:solidFill>
            <a:srgbClr val="102019"/>
          </a:solidFill>
          <a:ln w="0">
            <a:solidFill>
              <a:srgbClr val="102019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9DDE13-14AF-4D0E-938C-5C6E1F60CFCB}"/>
              </a:ext>
            </a:extLst>
          </p:cNvPr>
          <p:cNvSpPr>
            <a:spLocks noGrp="1"/>
          </p:cNvSpPr>
          <p:nvPr/>
        </p:nvSpPr>
        <p:spPr>
          <a:xfrm>
            <a:off x="1214437" y="5657850"/>
            <a:ext cx="88106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800" b="1">
                <a:solidFill>
                  <a:srgbClr val="F6E7C4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F6E7C4"/>
                </a:solidFill>
                <a:latin typeface="Aptos"/>
                <a:ea typeface="Aptos"/>
                <a:cs typeface="Aptos"/>
              </a:rPr>
              <a:t>"Other apps connect friends. INAI connects knowledge."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5D2629E-039C-4EAA-95D7-1DDE02E4ACA3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590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750" b="1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INAI | Smart Study Partner &amp; Roommate Matching System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01E9C327-904E-75C3-8350-75DEEC9325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9450" y="202301"/>
            <a:ext cx="1242873" cy="37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3475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804</Words>
  <Application>Microsoft Office PowerPoint</Application>
  <DocSecurity>0</DocSecurity>
  <PresentationFormat>Widescreen</PresentationFormat>
  <Paragraphs>186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MappillaiMeeran A</cp:lastModifiedBy>
  <cp:revision>1</cp:revision>
  <dcterms:created xsi:type="dcterms:W3CDTF">2026-06-08T14:34:08Z</dcterms:created>
  <dcterms:modified xsi:type="dcterms:W3CDTF">2026-06-08T16:29:45Z</dcterms:modified>
</cp:coreProperties>
</file>