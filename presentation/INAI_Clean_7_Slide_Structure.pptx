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2C"/>
          </a:solidFill>
          <a:ln w="12700">
            <a:solidFill>
              <a:srgbClr val="10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3840480" cy="1783080"/>
          </a:xfrm>
          <a:prstGeom prst="rect">
            <a:avLst/>
          </a:prstGeom>
          <a:solidFill>
            <a:srgbClr val="D95F35"/>
          </a:solidFill>
          <a:ln w="12700">
            <a:solidFill>
              <a:srgbClr val="D95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7452360" y="-960120"/>
            <a:ext cx="5303520" cy="5303520"/>
          </a:xfrm>
          <a:prstGeom prst="arc">
            <a:avLst/>
          </a:prstGeom>
          <a:noFill/>
          <a:ln w="30480">
            <a:solidFill>
              <a:srgbClr val="D95F35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8595360" y="91440"/>
            <a:ext cx="3108960" cy="3108960"/>
          </a:xfrm>
          <a:prstGeom prst="arc">
            <a:avLst/>
          </a:prstGeom>
          <a:noFill/>
          <a:ln w="17780">
            <a:solidFill>
              <a:srgbClr val="D9F0EC">
                <a:alpha val="8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046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49808" y="1645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DEA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Smart Peer Learning and Knowledge Sharing Platform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8096" y="22677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7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 peers. Skill-based matching. Privacy-first connection.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3931920" cy="0"/>
          </a:xfrm>
          <a:prstGeom prst="line">
            <a:avLst/>
          </a:prstGeom>
          <a:noFill/>
          <a:ln w="25400">
            <a:solidFill>
              <a:srgbClr val="D95F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1868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D95F35"/>
          </a:solidFill>
          <a:ln w="9525">
            <a:solidFill>
              <a:srgbClr val="D95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3305556"/>
            <a:ext cx="8778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103120" y="321868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3305556"/>
            <a:ext cx="8778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429000" y="3218688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665191"/>
          </a:solidFill>
          <a:ln w="9525">
            <a:solidFill>
              <a:srgbClr val="6651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3305556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Safely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31520" y="544982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[Your Name 1] &amp; [Your Name 2]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College: [College Name]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Department: Master of Computer Applications (MCA)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5F35"/>
                </a:solidFill>
              </a:rPr>
              <a:t>PROBLEM &amp; EXISTING SOLUTIONS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 are close to help, but current tools cannot reveal the right peer safely.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2700">
            <a:solidFill>
              <a:srgbClr val="E7D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27664" y="457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6775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86775"/>
                </a:solidFill>
              </a:rPr>
              <a:t>INAI | Smart Peer Learning and Knowledge Sharing Platform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92224"/>
            <a:ext cx="237744" cy="237744"/>
          </a:xfrm>
          <a:prstGeom prst="ellipse">
            <a:avLst/>
          </a:prstGeom>
          <a:solidFill>
            <a:srgbClr val="D95F35"/>
          </a:solidFill>
          <a:ln w="12700">
            <a:solidFill>
              <a:srgbClr val="D95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2422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61288" y="17922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Stuck at Night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214884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quick help during late-night study.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36976" y="1627632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792224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82422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39896" y="17922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Roommate Mismatch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9856" y="214884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sleep and study habits create friction.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15584" y="1627632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0176" y="1792224"/>
            <a:ext cx="237744" cy="237744"/>
          </a:xfrm>
          <a:prstGeom prst="ellipse">
            <a:avLst/>
          </a:prstGeom>
          <a:solidFill>
            <a:srgbClr val="665191"/>
          </a:solidFill>
          <a:ln w="12700">
            <a:solidFill>
              <a:srgbClr val="665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182422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18504" y="17922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 Blindness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98464" y="214884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visibility into who knows which subject.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" y="2926080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090672"/>
            <a:ext cx="237744" cy="237744"/>
          </a:xfrm>
          <a:prstGeom prst="ellipse">
            <a:avLst/>
          </a:prstGeom>
          <a:solidFill>
            <a:srgbClr val="3F8F5F"/>
          </a:solidFill>
          <a:ln w="12700">
            <a:solidFill>
              <a:srgbClr val="3F8F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12267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1288" y="3090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&amp; Privacy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" y="344728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numbers cannot be shared openly.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36976" y="2926080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3090672"/>
            <a:ext cx="237744" cy="237744"/>
          </a:xfrm>
          <a:prstGeom prst="ellipse">
            <a:avLst/>
          </a:prstGeom>
          <a:solidFill>
            <a:srgbClr val="C99720"/>
          </a:solidFill>
          <a:ln w="12700">
            <a:solidFill>
              <a:srgbClr val="C997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12267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739896" y="3090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Inefficient Coordination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19856" y="344728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spreads across many apps.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15584" y="2926080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0176" y="3090672"/>
            <a:ext cx="237744" cy="237744"/>
          </a:xfrm>
          <a:prstGeom prst="ellipse">
            <a:avLst/>
          </a:prstGeom>
          <a:solidFill>
            <a:srgbClr val="316AA1"/>
          </a:solidFill>
          <a:ln w="12700">
            <a:solidFill>
              <a:srgbClr val="316A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312267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18504" y="3090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Algorithmic Matching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98464" y="344728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chance decides who gets help.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732520" y="1636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solutions fail on privacy, speed, and intelligent matching.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49640" y="2212848"/>
          <a:ext cx="2743200" cy="1719072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WhatsApp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Cluttered, no privacy, no matching logic.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Notice Boards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Slow, limited reach, exposes room details.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Word of Mouth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Restricted to existing friend circles.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8549640" y="43159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0202C"/>
          </a:solidFill>
          <a:ln w="9525">
            <a:solidFill>
              <a:srgbClr val="10202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759952" y="45537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"The right study partner is 2 rooms away - but you'll never know."</a:t>
            </a:r>
            <a:endParaRPr lang="en-US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5F35"/>
                </a:solidFill>
              </a:rPr>
              <a:t>OUR SOLUTION + ALGORITHM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 matches students through a simple safe flow and a weighted compatibility score.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2700">
            <a:solidFill>
              <a:srgbClr val="E7D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27664" y="457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6775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86775"/>
                </a:solidFill>
              </a:rPr>
              <a:t>INAI | Smart Peer Learning and Knowledge Sharing Platform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49808" y="16276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D95F35"/>
          </a:solidFill>
          <a:ln w="9525">
            <a:solidFill>
              <a:srgbClr val="D95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01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1810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16736" y="212140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F4F8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Skills, hostel location, academic details, lifestyle habits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990088" y="1947672"/>
            <a:ext cx="384048" cy="256032"/>
          </a:xfrm>
          <a:prstGeom prst="rightArrow">
            <a:avLst/>
          </a:prstGeom>
          <a:solidFill>
            <a:srgbClr val="10202C"/>
          </a:solidFill>
          <a:ln w="12700">
            <a:solidFill>
              <a:srgbClr val="1020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16276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901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05656" y="1810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05656" y="212140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F4F8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scores each profile and ranks compatible peers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779008" y="1947672"/>
            <a:ext cx="384048" cy="256032"/>
          </a:xfrm>
          <a:prstGeom prst="rightArrow">
            <a:avLst/>
          </a:prstGeom>
          <a:solidFill>
            <a:srgbClr val="10202C"/>
          </a:solidFill>
          <a:ln w="12700">
            <a:solidFill>
              <a:srgbClr val="1020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16276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665191"/>
          </a:solidFill>
          <a:ln w="9525">
            <a:solidFill>
              <a:srgbClr val="6651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1901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4576" y="1810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Safely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212140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F4F8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and room details unlock only after approval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86384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table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" y="3401568"/>
          <a:ext cx="6583680" cy="1965960"/>
        </p:xfrm>
        <a:graphic>
          <a:graphicData uri="http://schemas.openxmlformats.org/drawingml/2006/table">
            <a:tbl>
              <a:tblPr/>
              <a:tblGrid>
                <a:gridCol w="1508760"/>
                <a:gridCol w="868680"/>
                <a:gridCol w="42062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Factor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it helps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Proximity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block or floor is prioritized.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 Match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"Need Help" aligns with "Strong Skill".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Academic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branch and year improves relevance.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 / Language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Familiarity supports comfort and trust.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973568" y="3054096"/>
            <a:ext cx="3273552" cy="2322576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0" y="33284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example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29600" y="36850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Saravanavelu M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help in Java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A | MCA 2nd Year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9253728" y="4251960"/>
            <a:ext cx="475488" cy="237744"/>
          </a:xfrm>
          <a:prstGeom prst="rightArrow">
            <a:avLst/>
          </a:prstGeom>
          <a:solidFill>
            <a:srgbClr val="D95F35"/>
          </a:solidFill>
          <a:ln w="12700">
            <a:solidFill>
              <a:srgbClr val="D95F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0" y="45720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Muthu Pandi K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in Java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A | MCA 2nd Year</a:t>
            </a:r>
            <a:endParaRPr lang="en-US" sz="940" dirty="0"/>
          </a:p>
        </p:txBody>
      </p:sp>
      <p:sp>
        <p:nvSpPr>
          <p:cNvPr id="30" name="Text 27"/>
          <p:cNvSpPr/>
          <p:nvPr/>
        </p:nvSpPr>
        <p:spPr>
          <a:xfrm>
            <a:off x="10241280" y="39684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5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10012680" y="440740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match score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5F35"/>
                </a:solidFill>
              </a:rPr>
              <a:t>SYSTEM ARCHITECTURE + TECH STACK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 now uses a Node.js backend with MongoDB Atlas instead of localStorage.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2700">
            <a:solidFill>
              <a:srgbClr val="E7D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27664" y="457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6775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86775"/>
                </a:solidFill>
              </a:rPr>
              <a:t>INAI | Smart Peer Learning and Knowledge Sharing Platform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841248" y="176479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D95F35"/>
          </a:solidFill>
          <a:ln w="9525">
            <a:solidFill>
              <a:srgbClr val="D95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993392"/>
            <a:ext cx="2139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Browser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23408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2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+ Vanilla JS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352544" y="176479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993392"/>
            <a:ext cx="2139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1144" y="23408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2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REST API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845552" y="176479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665191"/>
          </a:solidFill>
          <a:ln w="9525">
            <a:solidFill>
              <a:srgbClr val="6651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2" y="1993392"/>
            <a:ext cx="2139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74152" y="23408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2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database via Mongoose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602736" y="2130552"/>
            <a:ext cx="502920" cy="292608"/>
          </a:xfrm>
          <a:prstGeom prst="rightArrow">
            <a:avLst/>
          </a:prstGeom>
          <a:solidFill>
            <a:srgbClr val="10202C"/>
          </a:solidFill>
          <a:ln w="12700">
            <a:solidFill>
              <a:srgbClr val="1020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578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over HTTP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086600" y="2130552"/>
            <a:ext cx="502920" cy="292608"/>
          </a:xfrm>
          <a:prstGeom prst="rightArrow">
            <a:avLst/>
          </a:prstGeom>
          <a:solidFill>
            <a:srgbClr val="10202C"/>
          </a:solidFill>
          <a:ln w="12700">
            <a:solidFill>
              <a:srgbClr val="1020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642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Mongoose ODM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822960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822192"/>
          <a:ext cx="10442448" cy="1755648"/>
        </p:xfrm>
        <a:graphic>
          <a:graphicData uri="http://schemas.openxmlformats.org/drawingml/2006/table">
            <a:tbl>
              <a:tblPr/>
              <a:tblGrid>
                <a:gridCol w="1417320"/>
                <a:gridCol w="2880360"/>
                <a:gridCol w="6144768"/>
              </a:tblGrid>
              <a:tr h="351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Stack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</a:tr>
              <a:tr h="351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Vanilla JS, HTML5, CSS3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Responsive interface and browser interactions.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Node.js, Express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 APIs, authentication, matching logic.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MongoDB Atlas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Cloud-hosted profiles, sessions, requests.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PBKDF2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Password hashing and safer authentication.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5F35"/>
                </a:solidFill>
              </a:rPr>
              <a:t>FEATURES SHOWCASE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 can discover nearby peers, protect privacy, and collaborate after matching.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2700">
            <a:solidFill>
              <a:srgbClr val="E7D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27664" y="457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6775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86775"/>
                </a:solidFill>
              </a:rPr>
              <a:t>INAI | Smart Peer Learning and Knowledge Sharing Platform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13232" y="1572768"/>
            <a:ext cx="507492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72768"/>
            <a:ext cx="507492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2880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&amp; Discovery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6651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 &amp; Tools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05840" y="2359152"/>
            <a:ext cx="155448" cy="155448"/>
          </a:xfrm>
          <a:prstGeom prst="ellipse">
            <a:avLst/>
          </a:prstGeom>
          <a:solidFill>
            <a:srgbClr val="D95F35"/>
          </a:solidFill>
          <a:ln w="12700">
            <a:solidFill>
              <a:srgbClr val="D95F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276856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Match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889504" y="2276856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nearby peers fast.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962656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880360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Match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889504" y="2880360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by skills and academic needs.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3566160"/>
            <a:ext cx="155448" cy="155448"/>
          </a:xfrm>
          <a:prstGeom prst="ellipse">
            <a:avLst/>
          </a:prstGeom>
          <a:solidFill>
            <a:srgbClr val="316AA1"/>
          </a:solidFill>
          <a:ln w="12700">
            <a:solidFill>
              <a:srgbClr val="316A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483864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Roommate Match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889504" y="3483864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lifestyle and study habits.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" y="4169664"/>
            <a:ext cx="155448" cy="155448"/>
          </a:xfrm>
          <a:prstGeom prst="ellipse">
            <a:avLst/>
          </a:prstGeom>
          <a:solidFill>
            <a:srgbClr val="C99720"/>
          </a:solidFill>
          <a:ln w="12700">
            <a:solidFill>
              <a:srgbClr val="C997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4087368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 Map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889504" y="408736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peer availability by hostel/floor.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05840" y="4773168"/>
            <a:ext cx="155448" cy="155448"/>
          </a:xfrm>
          <a:prstGeom prst="ellipse">
            <a:avLst/>
          </a:prstGeom>
          <a:solidFill>
            <a:srgbClr val="3F8F5F"/>
          </a:solidFill>
          <a:ln w="12700">
            <a:solidFill>
              <a:srgbClr val="3F8F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469087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Model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889504" y="4690872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revealed only after mutual acceptance.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93408" y="2359152"/>
            <a:ext cx="155448" cy="155448"/>
          </a:xfrm>
          <a:prstGeom prst="ellipse">
            <a:avLst/>
          </a:prstGeom>
          <a:solidFill>
            <a:srgbClr val="D95F35"/>
          </a:solidFill>
          <a:ln w="12700">
            <a:solidFill>
              <a:srgbClr val="D95F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276856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Sessions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686800" y="22768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Schedule, complete, and rate meetings.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93408" y="2962656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880360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Study Rooms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rooms for up to 10 members.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93408" y="3566160"/>
            <a:ext cx="155448" cy="155448"/>
          </a:xfrm>
          <a:prstGeom prst="ellipse">
            <a:avLst/>
          </a:prstGeom>
          <a:solidFill>
            <a:srgbClr val="316AA1"/>
          </a:solidFill>
          <a:ln w="12700">
            <a:solidFill>
              <a:srgbClr val="316A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483864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686800" y="34838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 for accepted connections.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93408" y="4169664"/>
            <a:ext cx="155448" cy="155448"/>
          </a:xfrm>
          <a:prstGeom prst="ellipse">
            <a:avLst/>
          </a:prstGeom>
          <a:solidFill>
            <a:srgbClr val="C99720"/>
          </a:solidFill>
          <a:ln w="12700">
            <a:solidFill>
              <a:srgbClr val="C997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4087368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686800" y="40873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Stats, oversight, and moderation.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93408" y="4773168"/>
            <a:ext cx="155448" cy="155448"/>
          </a:xfrm>
          <a:prstGeom prst="ellipse">
            <a:avLst/>
          </a:prstGeom>
          <a:solidFill>
            <a:srgbClr val="3F8F5F"/>
          </a:solidFill>
          <a:ln w="12700">
            <a:solidFill>
              <a:srgbClr val="3F8F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4690872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Pomodoro Timer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8686800" y="46908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timer for study discipline.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5F35"/>
                </a:solidFill>
              </a:rPr>
              <a:t>TESTING &amp; 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confirms INAI is safe, private, performant, and secure.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2700">
            <a:solidFill>
              <a:srgbClr val="E7D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27664" y="457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6775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86775"/>
                </a:solidFill>
              </a:rPr>
              <a:t>INAI | Smart Peer Learning and Knowledge Sharing Platform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2788920" cy="1216152"/>
          </a:xfrm>
          <a:prstGeom prst="roundRect">
            <a:avLst>
              <a:gd name="adj" fmla="val 6015"/>
            </a:avLst>
          </a:prstGeom>
          <a:solidFill>
            <a:srgbClr val="10202C"/>
          </a:solidFill>
          <a:ln w="9525">
            <a:solidFill>
              <a:srgbClr val="102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019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938528" y="18836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DEA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DDEA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passed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05072" y="1664208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DDEFE1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1965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8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8470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 safety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251192" y="1664208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D9F0EC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81965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18470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enforcement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005072" y="2359152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FBE2D5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&lt;1.5s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5420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time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251192" y="2359152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E8E1F2"/>
          </a:solidFill>
          <a:ln w="9525">
            <a:solidFill>
              <a:srgbClr val="E7DE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51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PBKDF2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25420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security</a:t>
            </a:r>
            <a:endParaRPr lang="en-US" sz="87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03320"/>
          <a:ext cx="10424160" cy="1719072"/>
        </p:xfrm>
        <a:graphic>
          <a:graphicData uri="http://schemas.openxmlformats.org/drawingml/2006/table">
            <a:tbl>
              <a:tblPr/>
              <a:tblGrid>
                <a:gridCol w="2011680"/>
                <a:gridCol w="8412480"/>
              </a:tblGrid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 Tested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Passed; PBKDF2 hashing and rate limiting verified.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Passed; gender safety blocked cross-gender physical matching.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Privacy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Passed; room number access blocked until mutual acceptance.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Passed; average page load remained under 1.5 seconds.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5F35"/>
                </a:solidFill>
              </a:rPr>
              <a:t>CONCLUSION + FUTURE SCOPE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 V1 solves safe peer discovery; V2 can become real-time, mobile, and smarter.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2700">
            <a:solidFill>
              <a:srgbClr val="E7D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27664" y="457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6775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86775"/>
                </a:solidFill>
              </a:rPr>
              <a:t>INAI | Smart Peer Learning and Knowledge Sharing Platform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786384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built vs future version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" y="1947672"/>
          <a:ext cx="5257800" cy="1856232"/>
        </p:xfrm>
        <a:graphic>
          <a:graphicData uri="http://schemas.openxmlformats.org/drawingml/2006/table">
            <a:tbl>
              <a:tblPr/>
              <a:tblGrid>
                <a:gridCol w="2633472"/>
                <a:gridCol w="2624328"/>
              </a:tblGrid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We Built (V1)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Future Version (V2)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C"/>
                    </a:solidFill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 API with 30s polling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Real-time WebSockets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Web application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Progressive Web App (PWA)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Algorithmic matching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/ ML based matching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7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53796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0" y="2039112"/>
            <a:ext cx="164592" cy="164592"/>
          </a:xfrm>
          <a:prstGeom prst="ellipse">
            <a:avLst/>
          </a:prstGeom>
          <a:solidFill>
            <a:srgbClr val="D95F35"/>
          </a:solidFill>
          <a:ln w="12700">
            <a:solidFill>
              <a:srgbClr val="D95F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195681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47888" y="195681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real-time chat and notifications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583680" y="253288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6288" y="245059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47888" y="245059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support and installable app experience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583680" y="3026664"/>
            <a:ext cx="164592" cy="164592"/>
          </a:xfrm>
          <a:prstGeom prst="ellipse">
            <a:avLst/>
          </a:prstGeom>
          <a:solidFill>
            <a:srgbClr val="665191"/>
          </a:solidFill>
          <a:ln w="12700">
            <a:solidFill>
              <a:srgbClr val="6651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76288" y="294436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Matching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47888" y="29443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ratings to improve compatibility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583680" y="3520440"/>
            <a:ext cx="164592" cy="164592"/>
          </a:xfrm>
          <a:prstGeom prst="ellipse">
            <a:avLst/>
          </a:prstGeom>
          <a:solidFill>
            <a:srgbClr val="3F8F5F"/>
          </a:solidFill>
          <a:ln w="12700">
            <a:solidFill>
              <a:srgbClr val="3F8F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6288" y="3438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 Authority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47888" y="343814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for wardens and official updates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583680" y="4014216"/>
            <a:ext cx="164592" cy="164592"/>
          </a:xfrm>
          <a:prstGeom prst="ellipse">
            <a:avLst/>
          </a:prstGeom>
          <a:solidFill>
            <a:srgbClr val="C99720"/>
          </a:solidFill>
          <a:ln w="12700">
            <a:solidFill>
              <a:srgbClr val="C997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76288" y="393192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47888" y="3931920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8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local and out-of-state students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1847088" y="50932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10202C"/>
          </a:solidFill>
          <a:ln w="9525">
            <a:solidFill>
              <a:srgbClr val="10202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12848" y="5321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"Connecting minds, one room at a time."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INAI Clean 7 Slide Presentation</dc:title>
  <dc:subject>INAI Smart Peer Learning and Knowledge Sharing Platform</dc:subject>
  <dc:creator>INAI</dc:creator>
  <cp:lastModifiedBy>INAI</cp:lastModifiedBy>
  <cp:revision>1</cp:revision>
  <dcterms:created xsi:type="dcterms:W3CDTF">2026-06-08T15:15:09Z</dcterms:created>
  <dcterms:modified xsi:type="dcterms:W3CDTF">2026-06-08T15:15:09Z</dcterms:modified>
</cp:coreProperties>
</file>