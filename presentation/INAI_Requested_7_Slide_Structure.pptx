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17C7A">
              <a:alpha val="92000"/>
            </a:srgbClr>
          </a:solidFill>
          <a:ln w="12700">
            <a:solidFill>
              <a:srgbClr val="117C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8046720" y="-640080"/>
            <a:ext cx="4389120" cy="4389120"/>
          </a:xfrm>
          <a:prstGeom prst="arc">
            <a:avLst/>
          </a:prstGeom>
          <a:noFill/>
          <a:ln w="38100">
            <a:solidFill>
              <a:srgbClr val="D66A31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16733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7E5"/>
                </a:solidFill>
              </a:rPr>
              <a:t>A Smart Peer Learning and Knowledge Sharing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" y="233172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7C5"/>
                </a:solidFill>
              </a:rPr>
              <a:t>Built for hostel students who need the right study partner, safely and nearby.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8096" y="3072384"/>
            <a:ext cx="4389120" cy="0"/>
          </a:xfrm>
          <a:prstGeom prst="line">
            <a:avLst/>
          </a:prstGeom>
          <a:noFill/>
          <a:ln w="27940">
            <a:solidFill>
              <a:srgbClr val="D66A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491947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Team: [Your Name 1] &amp; [Your Name 2]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College: [College Name]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Department: Master of Computer Applications (MCA)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Date: [Date]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507492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66A31"/>
          </a:solidFill>
          <a:ln w="12700">
            <a:solidFill>
              <a:srgbClr val="D66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5157216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Register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915400" y="507492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117C7A"/>
          </a:solidFill>
          <a:ln w="12700">
            <a:solidFill>
              <a:srgbClr val="117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8552" y="5157216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Match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241280" y="507492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6D4A86"/>
          </a:solidFill>
          <a:ln w="12700">
            <a:solidFill>
              <a:srgbClr val="6D4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14432" y="5157216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Connect Safely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310896" cy="0"/>
          </a:xfrm>
          <a:prstGeom prst="line">
            <a:avLst/>
          </a:prstGeom>
          <a:noFill/>
          <a:ln w="38100">
            <a:solidFill>
              <a:srgbClr val="D66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530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Hostel learning is nearby, but invisible.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018520" y="502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707D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INAI | Smart Peer Learning Platform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1645920"/>
            <a:ext cx="221284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83664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299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Stuck at Night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No one to ask during late-night study sessions.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81528" y="1645920"/>
            <a:ext cx="221284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883664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299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Roommate Mismatch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3500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Sleep schedules and study habits clash.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96128" y="1645920"/>
            <a:ext cx="221284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883664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0299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Hostel Blindness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23500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Skills remain hidden inside the same block.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035808"/>
            <a:ext cx="221284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73552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198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Safety &amp; Privacy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739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Room numbers should not be exposed publicly.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81528" y="3035808"/>
            <a:ext cx="221284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273552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4198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Inefficient Coordination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739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Plans scatter across disconnected apps.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96128" y="3035808"/>
            <a:ext cx="221284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3273552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4198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No Algorithmic Matching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3739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Finding a partner depends on chance.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664208"/>
          <a:ext cx="3063240" cy="2240280"/>
        </p:xfrm>
        <a:graphic>
          <a:graphicData uri="http://schemas.openxmlformats.org/drawingml/2006/table">
            <a:tbl>
              <a:tblPr/>
              <a:tblGrid>
                <a:gridCol w="1207008"/>
                <a:gridCol w="1856232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Method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WhatsApp Groups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Cluttered, no privacy, no skill algorithm.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Notice Boards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 reach and public room exposure.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Word of Mouth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Limited to small social circles.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8366760" y="4370832"/>
            <a:ext cx="3063240" cy="82296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49640" y="46177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</a:rPr>
              <a:t>"The right study partner is 2 rooms away - but you'll never know."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310896" cy="0"/>
          </a:xfrm>
          <a:prstGeom prst="line">
            <a:avLst/>
          </a:prstGeom>
          <a:noFill/>
          <a:ln w="38100">
            <a:solidFill>
              <a:srgbClr val="D66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530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 turns hostel proximity into safe academic matching.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018520" y="502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707D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INAI | Smart Peer Learning Platform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148840" cy="960120"/>
          </a:xfrm>
          <a:prstGeom prst="chevron">
            <a:avLst/>
          </a:prstGeom>
          <a:solidFill>
            <a:srgbClr val="D66A31"/>
          </a:solidFill>
          <a:ln w="12700">
            <a:solidFill>
              <a:srgbClr val="D66A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93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19202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Register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2212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AF2F1"/>
                </a:solidFill>
              </a:rPr>
              <a:t>Skills, hostel location, lifestyle habits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148840" cy="960120"/>
          </a:xfrm>
          <a:prstGeom prst="chevron">
            <a:avLst/>
          </a:prstGeom>
          <a:solidFill>
            <a:srgbClr val="117C7A"/>
          </a:solidFill>
          <a:ln w="12700">
            <a:solidFill>
              <a:srgbClr val="117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993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50208" y="19202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Match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50208" y="2212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AF2F1"/>
                </a:solidFill>
              </a:rPr>
              <a:t>Compatibility engine ranks strongest peers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72200" y="1783080"/>
            <a:ext cx="2148840" cy="960120"/>
          </a:xfrm>
          <a:prstGeom prst="chevron">
            <a:avLst/>
          </a:prstGeom>
          <a:solidFill>
            <a:srgbClr val="6D4A86"/>
          </a:solidFill>
          <a:ln w="12700">
            <a:solidFill>
              <a:srgbClr val="6D4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93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19202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Connect Safely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93408" y="2212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AF2F1"/>
                </a:solidFill>
              </a:rPr>
              <a:t>Rooms reveal only after mutual acceptance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401568"/>
          <a:ext cx="6995160" cy="2057400"/>
        </p:xfrm>
        <a:graphic>
          <a:graphicData uri="http://schemas.openxmlformats.org/drawingml/2006/table">
            <a:tbl>
              <a:tblPr/>
              <a:tblGrid>
                <a:gridCol w="1600200"/>
                <a:gridCol w="91440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Factor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Proximity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block or same floor earns highest points.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 Match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 Help aligns with Strong Skill.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Academic Base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branch and year.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Familiarity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home state or language.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412480" y="1856232"/>
            <a:ext cx="2926080" cy="3584448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1430">
            <a:solidFill>
              <a:srgbClr val="D8D0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41080" y="2121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C7A"/>
                </a:solidFill>
              </a:rPr>
              <a:t>Live Example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41080" y="25877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Saravanavelu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Need help in 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Block A | MCA 2nd Year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646920" y="3273552"/>
            <a:ext cx="320040" cy="411480"/>
          </a:xfrm>
          <a:prstGeom prst="downArrow">
            <a:avLst/>
          </a:prstGeom>
          <a:solidFill>
            <a:srgbClr val="D66A31"/>
          </a:solidFill>
          <a:ln w="12700">
            <a:solidFill>
              <a:srgbClr val="D66A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41080" y="38221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Muthu Pandi 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Strong in 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Block A | MCA 2nd Year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41080" y="46451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6A31"/>
                </a:solidFill>
              </a:rPr>
              <a:t>80%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555480" y="4800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High Skill + Proximity Match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310896" cy="0"/>
          </a:xfrm>
          <a:prstGeom prst="line">
            <a:avLst/>
          </a:prstGeom>
          <a:noFill/>
          <a:ln w="38100">
            <a:solidFill>
              <a:srgbClr val="D66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530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new stack moves INAI from browser storage to a real backend.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018520" y="502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707D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INAI | Smart Peer Learning Platform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2761488" cy="1325880"/>
          </a:xfrm>
          <a:prstGeom prst="roundRect">
            <a:avLst>
              <a:gd name="adj" fmla="val 4138"/>
            </a:avLst>
          </a:prstGeom>
          <a:solidFill>
            <a:srgbClr val="D66A31"/>
          </a:solidFill>
          <a:ln w="12700">
            <a:solidFill>
              <a:srgbClr val="D66A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103120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Browser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 / CSS / Vanilla 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847088"/>
            <a:ext cx="2761488" cy="1325880"/>
          </a:xfrm>
          <a:prstGeom prst="roundRect">
            <a:avLst>
              <a:gd name="adj" fmla="val 4138"/>
            </a:avLst>
          </a:prstGeom>
          <a:solidFill>
            <a:srgbClr val="117C7A"/>
          </a:solidFill>
          <a:ln w="12700">
            <a:solidFill>
              <a:srgbClr val="117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103120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Node.js + Express.js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API | JSON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847088"/>
            <a:ext cx="2761488" cy="1325880"/>
          </a:xfrm>
          <a:prstGeom prst="roundRect">
            <a:avLst>
              <a:gd name="adj" fmla="val 4138"/>
            </a:avLst>
          </a:prstGeom>
          <a:solidFill>
            <a:srgbClr val="6D4A86"/>
          </a:solidFill>
          <a:ln w="12700">
            <a:solidFill>
              <a:srgbClr val="6D4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2103120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MongoDB Atlas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Mongoose ODM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2212848"/>
            <a:ext cx="658368" cy="384048"/>
          </a:xfrm>
          <a:prstGeom prst="rightArrow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2816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REST 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JSON over HTTP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223760" y="2212848"/>
            <a:ext cx="658368" cy="384048"/>
          </a:xfrm>
          <a:prstGeom prst="rightArrow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286207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Mongoose ODM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005072"/>
          <a:ext cx="10469880" cy="1627632"/>
        </p:xfrm>
        <a:graphic>
          <a:graphicData uri="http://schemas.openxmlformats.org/drawingml/2006/table">
            <a:tbl>
              <a:tblPr/>
              <a:tblGrid>
                <a:gridCol w="1417320"/>
                <a:gridCol w="2926080"/>
                <a:gridCol w="6126480"/>
              </a:tblGrid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Technologies Used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HTML5, CSS3, Vanilla JS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 responsive UI without heavy frameworks.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Node.js, Express.js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Stateless REST API with token-style auth.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MongoDB Atlas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 NoSQL storage for flexible profiles.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PBKDF2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Server-side password hashing at 120k iterations.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310896" cy="0"/>
          </a:xfrm>
          <a:prstGeom prst="line">
            <a:avLst/>
          </a:prstGeom>
          <a:noFill/>
          <a:ln w="38100">
            <a:solidFill>
              <a:srgbClr val="D66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530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showcase balances discovery, privacy, and collaboration tools.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018520" y="502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707D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INAI | Smart Peer Learning Platform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062472" y="1609344"/>
            <a:ext cx="0" cy="4480560"/>
          </a:xfrm>
          <a:prstGeom prst="line">
            <a:avLst/>
          </a:prstGeom>
          <a:noFill/>
          <a:ln w="13970">
            <a:solidFill>
              <a:srgbClr val="D8D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7C7A"/>
                </a:solidFill>
              </a:rPr>
              <a:t>Matching &amp; Discovery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86"/>
                </a:solidFill>
              </a:rPr>
              <a:t>Collaboration &amp; Tools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" y="2084832"/>
            <a:ext cx="4800600" cy="804672"/>
          </a:xfrm>
          <a:prstGeom prst="roundRect">
            <a:avLst>
              <a:gd name="adj" fmla="val 4545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322576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46888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Matching Modes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788920"/>
            <a:ext cx="447141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Quick Match, Preference Match, and Roommate Match.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" y="3227832"/>
            <a:ext cx="4800600" cy="804672"/>
          </a:xfrm>
          <a:prstGeom prst="roundRect">
            <a:avLst>
              <a:gd name="adj" fmla="val 4545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465576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61188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Hostel 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" y="3931920"/>
            <a:ext cx="447141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Visual floor plan surfaces available peers in the same hostel.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" y="4370832"/>
            <a:ext cx="4800600" cy="804672"/>
          </a:xfrm>
          <a:prstGeom prst="roundRect">
            <a:avLst>
              <a:gd name="adj" fmla="val 4545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608576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75488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Privacy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5074920"/>
            <a:ext cx="447141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Room revealed only on mutual acceptance; names reveal on request.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73952" y="1984248"/>
            <a:ext cx="4736592" cy="566928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8544" y="2221992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236829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Study Sessions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38544" y="2688336"/>
            <a:ext cx="4407408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Schedule, complete, and rate 1-on-1 meetings.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73952" y="2770632"/>
            <a:ext cx="4736592" cy="566928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3008376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38544" y="3154680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Group Study Rooms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38544" y="3474720"/>
            <a:ext cx="4407408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Topic-based rooms for up to 10 members.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73952" y="3557016"/>
            <a:ext cx="4736592" cy="566928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38544" y="3794760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8544" y="3941064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Chat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38544" y="4261104"/>
            <a:ext cx="4407408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Messaging between connected peers.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73952" y="4343400"/>
            <a:ext cx="4736592" cy="566928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8544" y="4581144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472744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Admin Panel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38544" y="5047488"/>
            <a:ext cx="4407408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Oversight, stats, and moderation.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73952" y="5129784"/>
            <a:ext cx="4736592" cy="566928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0160">
            <a:solidFill>
              <a:srgbClr val="D8D0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38544" y="5367528"/>
            <a:ext cx="292608" cy="0"/>
          </a:xfrm>
          <a:prstGeom prst="line">
            <a:avLst/>
          </a:prstGeom>
          <a:noFill/>
          <a:ln w="25400">
            <a:solidFill>
              <a:srgbClr val="D66A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55138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Pomodoro Timer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38544" y="5833872"/>
            <a:ext cx="4407408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1707D"/>
                </a:solidFill>
              </a:rPr>
              <a:t>Focus timer with a small break game.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310896" cy="0"/>
          </a:xfrm>
          <a:prstGeom prst="line">
            <a:avLst/>
          </a:prstGeom>
          <a:noFill/>
          <a:ln w="38100">
            <a:solidFill>
              <a:srgbClr val="D66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530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implementation passed all 46 functional and safety tests.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018520" y="502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707D"/>
                </a:solidFill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INAI | Smart Peer Learning Platform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7373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6A31"/>
                </a:solidFill>
              </a:rPr>
              <a:t>46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057400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</a:rPr>
              <a:t>total test cases executed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</a:rPr>
              <a:t>across authentication, matching, and connection modules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05472" y="169164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98424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ALL 46 PASSED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3218688"/>
          <a:ext cx="10607040" cy="2057400"/>
        </p:xfrm>
        <a:graphic>
          <a:graphicData uri="http://schemas.openxmlformats.org/drawingml/2006/table">
            <a:tbl>
              <a:tblPr/>
              <a:tblGrid>
                <a:gridCol w="2011680"/>
                <a:gridCol w="8595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 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Gender Safety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enforcement; cross-gender physical matching blocked server-side.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Privacy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enforcement; unauthorized room-number access blocked.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1.5 seconds average page load time.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PBKDF2 hashing confirmed; rate limiting prevents brute force attacks.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310896" cy="0"/>
          </a:xfrm>
          <a:prstGeom prst="line">
            <a:avLst/>
          </a:prstGeom>
          <a:noFill/>
          <a:ln w="38100">
            <a:solidFill>
              <a:srgbClr val="D66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530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INAI V1 proves the core system; V2 makes it smarter and real-time.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018520" y="502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707D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7D"/>
                </a:solidFill>
              </a:rPr>
              <a:t>INAI | Smart Peer Learning Platform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230368" cy="1993392"/>
        </p:xfrm>
        <a:graphic>
          <a:graphicData uri="http://schemas.openxmlformats.org/drawingml/2006/table">
            <a:tbl>
              <a:tblPr/>
              <a:tblGrid>
                <a:gridCol w="2615184"/>
                <a:gridCol w="2615184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We Built (V1)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Future Version (V2)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 API with 30s polling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Real-time WebSockets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Web Application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Progressive Web App installable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Algorithmic Matching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/ Machine Learning based matching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29400" y="1700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7C7A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56832" y="2139696"/>
            <a:ext cx="146304" cy="146304"/>
          </a:xfrm>
          <a:prstGeom prst="ellipse">
            <a:avLst/>
          </a:prstGeom>
          <a:solidFill>
            <a:srgbClr val="D66A31"/>
          </a:solidFill>
          <a:ln w="12700">
            <a:solidFill>
              <a:srgbClr val="D66A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67728" y="20756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WebSockets for chat and notifications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56832" y="2633472"/>
            <a:ext cx="146304" cy="146304"/>
          </a:xfrm>
          <a:prstGeom prst="ellipse">
            <a:avLst/>
          </a:prstGeom>
          <a:solidFill>
            <a:srgbClr val="117C7A"/>
          </a:solidFill>
          <a:ln w="12700">
            <a:solidFill>
              <a:srgbClr val="117C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25694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PWA offline access and installation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56832" y="3127248"/>
            <a:ext cx="146304" cy="146304"/>
          </a:xfrm>
          <a:prstGeom prst="ellipse">
            <a:avLst/>
          </a:prstGeom>
          <a:solidFill>
            <a:srgbClr val="6D4A86"/>
          </a:solidFill>
          <a:ln w="12700">
            <a:solidFill>
              <a:srgbClr val="6D4A8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67728" y="3063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AI matching from session ratings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656832" y="3621024"/>
            <a:ext cx="146304" cy="146304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67728" y="35570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Hostel authority portal integration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56832" y="4114800"/>
            <a:ext cx="146304" cy="146304"/>
          </a:xfrm>
          <a:prstGeom prst="ellipse">
            <a:avLst/>
          </a:prstGeom>
          <a:solidFill>
            <a:srgbClr val="E2B84A"/>
          </a:solidFill>
          <a:ln w="12700">
            <a:solidFill>
              <a:srgbClr val="E2B8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67728" y="40507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Multi-language support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874520" y="4983480"/>
            <a:ext cx="8458200" cy="749808"/>
          </a:xfrm>
          <a:prstGeom prst="roundRect">
            <a:avLst>
              <a:gd name="adj" fmla="val 609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0280" y="5230368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"Connecting minds, one room at a time."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INAI Requested 7 Slide Structure</dc:title>
  <dc:subject>INAI Smart Peer Learning and Knowledge Sharing Platform</dc:subject>
  <dc:creator>INAI</dc:creator>
  <cp:lastModifiedBy>INAI</cp:lastModifiedBy>
  <cp:revision>1</cp:revision>
  <dcterms:created xsi:type="dcterms:W3CDTF">2026-06-08T15:09:33Z</dcterms:created>
  <dcterms:modified xsi:type="dcterms:W3CDTF">2026-06-08T15:09:33Z</dcterms:modified>
</cp:coreProperties>
</file>